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61" r:id="rId3"/>
    <p:sldId id="262" r:id="rId4"/>
    <p:sldId id="271" r:id="rId5"/>
    <p:sldId id="272" r:id="rId6"/>
    <p:sldId id="264" r:id="rId7"/>
    <p:sldId id="273" r:id="rId8"/>
    <p:sldId id="274" r:id="rId9"/>
    <p:sldId id="275" r:id="rId10"/>
    <p:sldId id="266" r:id="rId11"/>
    <p:sldId id="276" r:id="rId12"/>
    <p:sldId id="277" r:id="rId13"/>
    <p:sldId id="26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36" autoAdjust="0"/>
    <p:restoredTop sz="94660"/>
  </p:normalViewPr>
  <p:slideViewPr>
    <p:cSldViewPr snapToGrid="0">
      <p:cViewPr varScale="1">
        <p:scale>
          <a:sx n="70" d="100"/>
          <a:sy n="70" d="100"/>
        </p:scale>
        <p:origin x="489"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457200" rtl="0" fontAlgn="auto" hangingPunct="1">
              <a:lnSpc>
                <a:spcPct val="100000"/>
              </a:lnSpc>
              <a:spcBef>
                <a:spcPts val="0"/>
              </a:spcBef>
              <a:spcAft>
                <a:spcPts val="0"/>
              </a:spcAft>
              <a:buNone/>
              <a:defRPr lang="en-IN" sz="1200" b="0" i="0" u="none" strike="noStrike" kern="1200" cap="none" spc="0" baseline="0">
                <a:solidFill>
                  <a:srgbClr val="000000"/>
                </a:solidFill>
                <a:uFillTx/>
                <a:latin typeface="Calibri" panose="020F0502020204030204"/>
              </a:defRPr>
            </a:lvl1pPr>
          </a:lstStyle>
          <a:p>
            <a:pPr lvl="0"/>
            <a:endParaRPr lang="en-IN"/>
          </a:p>
        </p:txBody>
      </p:sp>
      <p:sp>
        <p:nvSpPr>
          <p:cNvPr id="3" name="Date Placeholder 2"/>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457200" rtl="0" fontAlgn="auto" hangingPunct="1">
              <a:lnSpc>
                <a:spcPct val="100000"/>
              </a:lnSpc>
              <a:spcBef>
                <a:spcPts val="0"/>
              </a:spcBef>
              <a:spcAft>
                <a:spcPts val="0"/>
              </a:spcAft>
              <a:buNone/>
              <a:defRPr lang="en-IN" sz="1200" b="0" i="0" u="none" strike="noStrike" kern="1200" cap="none" spc="0" baseline="0">
                <a:solidFill>
                  <a:srgbClr val="000000"/>
                </a:solidFill>
                <a:uFillTx/>
                <a:latin typeface="Calibri" panose="020F0502020204030204"/>
              </a:defRPr>
            </a:lvl1pPr>
          </a:lstStyle>
          <a:p>
            <a:pPr lvl="0"/>
            <a:fld id="{6571AAD0-FEC2-4749-9D65-9C1CC3E7B141}" type="datetime1">
              <a:rPr lang="en-IN"/>
              <a:t>04-07-2026</a:t>
            </a:fld>
            <a:endParaRPr lang="en-IN"/>
          </a:p>
        </p:txBody>
      </p:sp>
      <p:sp>
        <p:nvSpPr>
          <p:cNvPr id="4" name="Slide Image Placeholder 3"/>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Notes Placeholder 4"/>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457200" rtl="0" fontAlgn="auto" hangingPunct="1">
              <a:lnSpc>
                <a:spcPct val="100000"/>
              </a:lnSpc>
              <a:spcBef>
                <a:spcPts val="0"/>
              </a:spcBef>
              <a:spcAft>
                <a:spcPts val="0"/>
              </a:spcAft>
              <a:buNone/>
              <a:defRPr lang="en-IN" sz="1200" b="0" i="0" u="none" strike="noStrike" kern="1200" cap="none" spc="0" baseline="0">
                <a:solidFill>
                  <a:srgbClr val="000000"/>
                </a:solidFill>
                <a:uFillTx/>
                <a:latin typeface="Calibri" panose="020F0502020204030204"/>
              </a:defRPr>
            </a:lvl1pPr>
          </a:lstStyle>
          <a:p>
            <a:pPr lvl="0"/>
            <a:endParaRPr lang="en-IN"/>
          </a:p>
        </p:txBody>
      </p:sp>
      <p:sp>
        <p:nvSpPr>
          <p:cNvPr id="7" name="Slide Number Placeholder 6"/>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457200" rtl="0" fontAlgn="auto" hangingPunct="1">
              <a:lnSpc>
                <a:spcPct val="100000"/>
              </a:lnSpc>
              <a:spcBef>
                <a:spcPts val="0"/>
              </a:spcBef>
              <a:spcAft>
                <a:spcPts val="0"/>
              </a:spcAft>
              <a:buNone/>
              <a:defRPr lang="en-IN" sz="1200" b="0" i="0" u="none" strike="noStrike" kern="1200" cap="none" spc="0" baseline="0">
                <a:solidFill>
                  <a:srgbClr val="000000"/>
                </a:solidFill>
                <a:uFillTx/>
                <a:latin typeface="Calibri" panose="020F0502020204030204"/>
              </a:defRPr>
            </a:lvl1pPr>
          </a:lstStyle>
          <a:p>
            <a:pPr lvl="0"/>
            <a:fld id="{54AF8CC6-45A5-40FE-8133-AC6A1C313DE9}" type="slidenum">
              <a:rPr/>
              <a:t>‹#›</a:t>
            </a:fld>
            <a:endParaRPr lang="en-IN"/>
          </a:p>
        </p:txBody>
      </p:sp>
    </p:spTree>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Calibri" panose="020F0502020204030204"/>
      </a:defRPr>
    </a:lvl1pPr>
    <a:lvl2pPr marL="457200" marR="0" lvl="1"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Calibri" panose="020F0502020204030204"/>
      </a:defRPr>
    </a:lvl2pPr>
    <a:lvl3pPr marL="914400" marR="0" lvl="2"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Calibri" panose="020F0502020204030204"/>
      </a:defRPr>
    </a:lvl3pPr>
    <a:lvl4pPr marL="1371600" marR="0" lvl="3"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Calibri" panose="020F0502020204030204"/>
      </a:defRPr>
    </a:lvl4pPr>
    <a:lvl5pPr marL="1828800" marR="0" lvl="4"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Calibri" panose="020F0502020204030204"/>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6"/>
          <p:cNvGrpSpPr/>
          <p:nvPr/>
        </p:nvGrpSpPr>
        <p:grpSpPr>
          <a:xfrm>
            <a:off x="-16934" y="0"/>
            <a:ext cx="12231160" cy="6856216"/>
            <a:chOff x="-16934" y="0"/>
            <a:chExt cx="12231160" cy="6856216"/>
          </a:xfrm>
        </p:grpSpPr>
        <p:pic>
          <p:nvPicPr>
            <p:cNvPr id="3" name="Picture 15" descr="HD-PanelTitleR1.png"/>
            <p:cNvPicPr>
              <a:picLocks noChangeAspect="1"/>
            </p:cNvPicPr>
            <p:nvPr/>
          </p:nvPicPr>
          <p:blipFill>
            <a:blip r:embed="rId2"/>
            <a:stretch>
              <a:fillRect/>
            </a:stretch>
          </p:blipFill>
          <p:spPr>
            <a:xfrm>
              <a:off x="0" y="0"/>
              <a:ext cx="12188823" cy="6856216"/>
            </a:xfrm>
            <a:prstGeom prst="rect">
              <a:avLst/>
            </a:prstGeom>
            <a:noFill/>
            <a:ln cap="flat">
              <a:noFill/>
            </a:ln>
          </p:spPr>
        </p:pic>
        <p:sp>
          <p:nvSpPr>
            <p:cNvPr id="4" name="Rectangle 25"/>
            <p:cNvSpPr/>
            <p:nvPr/>
          </p:nvSpPr>
          <p:spPr>
            <a:xfrm>
              <a:off x="2328327" y="1540928"/>
              <a:ext cx="7543800" cy="3835405"/>
            </a:xfrm>
            <a:prstGeom prst="rect">
              <a:avLst/>
            </a:prstGeom>
            <a:noFill/>
            <a:ln w="15873" cap="flat">
              <a:solidFill>
                <a:srgbClr val="83992A"/>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panose="020F0502020204030204"/>
              </a:endParaRPr>
            </a:p>
          </p:txBody>
        </p:sp>
        <p:pic>
          <p:nvPicPr>
            <p:cNvPr id="5" name="Picture 16" descr="HDRibbonTitle-UniformTrim.png"/>
            <p:cNvPicPr>
              <a:picLocks noChangeAspect="1"/>
            </p:cNvPicPr>
            <p:nvPr/>
          </p:nvPicPr>
          <p:blipFill>
            <a:blip r:embed="rId3"/>
            <a:srcRect/>
            <a:stretch>
              <a:fillRect/>
            </a:stretch>
          </p:blipFill>
          <p:spPr>
            <a:xfrm>
              <a:off x="-16934" y="3147611"/>
              <a:ext cx="2478024" cy="612648"/>
            </a:xfrm>
            <a:prstGeom prst="rect">
              <a:avLst/>
            </a:prstGeom>
            <a:noFill/>
            <a:ln cap="flat">
              <a:noFill/>
            </a:ln>
          </p:spPr>
        </p:pic>
        <p:pic>
          <p:nvPicPr>
            <p:cNvPr id="6" name="Picture 19" descr="HDRibbonTitle-UniformTrim.png"/>
            <p:cNvPicPr>
              <a:picLocks noChangeAspect="1"/>
            </p:cNvPicPr>
            <p:nvPr/>
          </p:nvPicPr>
          <p:blipFill>
            <a:blip r:embed="rId3"/>
            <a:srcRect/>
            <a:stretch>
              <a:fillRect/>
            </a:stretch>
          </p:blipFill>
          <p:spPr>
            <a:xfrm>
              <a:off x="9736202" y="3147611"/>
              <a:ext cx="2478024" cy="612648"/>
            </a:xfrm>
            <a:prstGeom prst="rect">
              <a:avLst/>
            </a:prstGeom>
            <a:noFill/>
            <a:ln cap="flat">
              <a:noFill/>
            </a:ln>
          </p:spPr>
        </p:pic>
      </p:grpSp>
      <p:sp>
        <p:nvSpPr>
          <p:cNvPr id="7" name="Title 1"/>
          <p:cNvSpPr txBox="1">
            <a:spLocks noGrp="1"/>
          </p:cNvSpPr>
          <p:nvPr>
            <p:ph type="ctrTitle"/>
          </p:nvPr>
        </p:nvSpPr>
        <p:spPr>
          <a:xfrm>
            <a:off x="2692395" y="1871127"/>
            <a:ext cx="6815672" cy="1515535"/>
          </a:xfrm>
        </p:spPr>
        <p:txBody>
          <a:bodyPr anchor="b">
            <a:noAutofit/>
          </a:bodyPr>
          <a:lstStyle>
            <a:lvl1pPr>
              <a:defRPr sz="5400"/>
            </a:lvl1pPr>
          </a:lstStyle>
          <a:p>
            <a:pPr lvl="0"/>
            <a:r>
              <a:rPr lang="en-US"/>
              <a:t>Click to edit Master title style</a:t>
            </a:r>
          </a:p>
        </p:txBody>
      </p:sp>
      <p:sp>
        <p:nvSpPr>
          <p:cNvPr id="8" name="Subtitle 2"/>
          <p:cNvSpPr txBox="1">
            <a:spLocks noGrp="1"/>
          </p:cNvSpPr>
          <p:nvPr>
            <p:ph type="subTitle" idx="1"/>
          </p:nvPr>
        </p:nvSpPr>
        <p:spPr>
          <a:xfrm>
            <a:off x="2692395" y="3657600"/>
            <a:ext cx="6815672" cy="1320805"/>
          </a:xfrm>
        </p:spPr>
        <p:txBody>
          <a:bodyPr anchorCtr="1"/>
          <a:lstStyle>
            <a:lvl1pPr marL="0" indent="0" algn="ctr">
              <a:spcBef>
                <a:spcPts val="500"/>
              </a:spcBef>
              <a:buNone/>
              <a:defRPr sz="2100">
                <a:solidFill>
                  <a:srgbClr val="000000"/>
                </a:solidFill>
              </a:defRPr>
            </a:lvl1pPr>
          </a:lstStyle>
          <a:p>
            <a:pPr lvl="0"/>
            <a:r>
              <a:rPr lang="en-US"/>
              <a:t>Click to edit Master subtitle style</a:t>
            </a:r>
          </a:p>
        </p:txBody>
      </p:sp>
      <p:sp>
        <p:nvSpPr>
          <p:cNvPr id="9" name="Date Placeholder 3"/>
          <p:cNvSpPr txBox="1">
            <a:spLocks noGrp="1"/>
          </p:cNvSpPr>
          <p:nvPr>
            <p:ph type="dt" sz="half" idx="7"/>
          </p:nvPr>
        </p:nvSpPr>
        <p:spPr>
          <a:xfrm>
            <a:off x="7983233" y="5037667"/>
            <a:ext cx="897465" cy="279404"/>
          </a:xfrm>
        </p:spPr>
        <p:txBody>
          <a:bodyPr/>
          <a:lstStyle>
            <a:lvl1pPr>
              <a:defRPr/>
            </a:lvl1pPr>
          </a:lstStyle>
          <a:p>
            <a:pPr lvl="0"/>
            <a:fld id="{6ABA7F8D-1021-4139-8878-690D572AC964}" type="datetime1">
              <a:rPr lang="en-IN"/>
              <a:t>04-07-2026</a:t>
            </a:fld>
            <a:endParaRPr lang="en-IN"/>
          </a:p>
        </p:txBody>
      </p:sp>
      <p:sp>
        <p:nvSpPr>
          <p:cNvPr id="10" name="Footer Placeholder 4"/>
          <p:cNvSpPr txBox="1">
            <a:spLocks noGrp="1"/>
          </p:cNvSpPr>
          <p:nvPr>
            <p:ph type="ftr" sz="quarter" idx="9"/>
          </p:nvPr>
        </p:nvSpPr>
        <p:spPr>
          <a:xfrm>
            <a:off x="2692395" y="5037667"/>
            <a:ext cx="5214631" cy="279404"/>
          </a:xfrm>
        </p:spPr>
        <p:txBody>
          <a:bodyPr/>
          <a:lstStyle>
            <a:lvl1pPr>
              <a:defRPr/>
            </a:lvl1pPr>
          </a:lstStyle>
          <a:p>
            <a:pPr lvl="0"/>
            <a:endParaRPr lang="en-IN"/>
          </a:p>
        </p:txBody>
      </p:sp>
      <p:sp>
        <p:nvSpPr>
          <p:cNvPr id="11" name="Slide Number Placeholder 5"/>
          <p:cNvSpPr txBox="1">
            <a:spLocks noGrp="1"/>
          </p:cNvSpPr>
          <p:nvPr>
            <p:ph type="sldNum" sz="quarter" idx="8"/>
          </p:nvPr>
        </p:nvSpPr>
        <p:spPr>
          <a:xfrm>
            <a:off x="8956895" y="5037667"/>
            <a:ext cx="551163" cy="279404"/>
          </a:xfrm>
        </p:spPr>
        <p:txBody>
          <a:bodyPr/>
          <a:lstStyle>
            <a:lvl1pPr>
              <a:defRPr/>
            </a:lvl1pPr>
          </a:lstStyle>
          <a:p>
            <a:pPr lvl="0"/>
            <a:fld id="{C76F19B3-13CC-43FB-8D9C-C31E086A8522}" type="slidenum">
              <a:rPr/>
              <a:t>‹#›</a:t>
            </a:fld>
            <a:endParaRPr lang="en-IN"/>
          </a:p>
        </p:txBody>
      </p:sp>
      <p:cxnSp>
        <p:nvCxnSpPr>
          <p:cNvPr id="12" name="Straight Connector 14"/>
          <p:cNvCxnSpPr/>
          <p:nvPr/>
        </p:nvCxnSpPr>
        <p:spPr>
          <a:xfrm>
            <a:off x="2692395" y="3522131"/>
            <a:ext cx="6815673" cy="0"/>
          </a:xfrm>
          <a:prstGeom prst="straightConnector1">
            <a:avLst/>
          </a:prstGeom>
          <a:noFill/>
          <a:ln w="15873" cap="flat">
            <a:solidFill>
              <a:srgbClr val="83992A"/>
            </a:solidFill>
            <a:prstDash val="solid"/>
            <a:miter/>
          </a:ln>
        </p:spPr>
      </p:cxn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2" name="Straight Connector 6"/>
          <p:cNvCxnSpPr/>
          <p:nvPr/>
        </p:nvCxnSpPr>
        <p:spPr>
          <a:xfrm>
            <a:off x="1396169" y="2421468"/>
            <a:ext cx="9407302" cy="0"/>
          </a:xfrm>
          <a:prstGeom prst="straightConnector1">
            <a:avLst/>
          </a:prstGeom>
          <a:noFill/>
          <a:ln w="15873" cap="flat">
            <a:solidFill>
              <a:srgbClr val="83992A"/>
            </a:solidFill>
            <a:prstDash val="solid"/>
            <a:miter/>
          </a:ln>
        </p:spPr>
      </p:cxnSp>
      <p:sp>
        <p:nvSpPr>
          <p:cNvPr id="3" name="Title 1"/>
          <p:cNvSpPr txBox="1">
            <a:spLocks noGrp="1"/>
          </p:cNvSpPr>
          <p:nvPr>
            <p:ph type="title"/>
          </p:nvPr>
        </p:nvSpPr>
        <p:spPr/>
        <p:txBody>
          <a:bodyPr/>
          <a:lstStyle>
            <a:lvl1pPr>
              <a:defRPr/>
            </a:lvl1pPr>
          </a:lstStyle>
          <a:p>
            <a:pPr lvl="0"/>
            <a:r>
              <a:rPr lang="en-US"/>
              <a:t>Click to edit Master title style</a:t>
            </a:r>
          </a:p>
        </p:txBody>
      </p:sp>
      <p:sp>
        <p:nvSpPr>
          <p:cNvPr id="4" name="Content Placeholder 2"/>
          <p:cNvSpPr txBox="1">
            <a:spLocks noGrp="1"/>
          </p:cNvSpPr>
          <p:nvPr>
            <p:ph idx="1"/>
          </p:nvPr>
        </p:nvSpPr>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txBox="1">
            <a:spLocks noGrp="1"/>
          </p:cNvSpPr>
          <p:nvPr>
            <p:ph type="dt" sz="half" idx="7"/>
          </p:nvPr>
        </p:nvSpPr>
        <p:spPr/>
        <p:txBody>
          <a:bodyPr/>
          <a:lstStyle>
            <a:lvl1pPr>
              <a:defRPr/>
            </a:lvl1pPr>
          </a:lstStyle>
          <a:p>
            <a:pPr lvl="0"/>
            <a:fld id="{BFD10615-4F48-40EF-BB36-A1152399FBDE}" type="datetime1">
              <a:rPr lang="en-IN"/>
              <a:t>04-07-2026</a:t>
            </a:fld>
            <a:endParaRPr lang="en-IN"/>
          </a:p>
        </p:txBody>
      </p:sp>
      <p:sp>
        <p:nvSpPr>
          <p:cNvPr id="6" name="Footer Placeholder 4"/>
          <p:cNvSpPr txBox="1">
            <a:spLocks noGrp="1"/>
          </p:cNvSpPr>
          <p:nvPr>
            <p:ph type="ftr" sz="quarter" idx="9"/>
          </p:nvPr>
        </p:nvSpPr>
        <p:spPr/>
        <p:txBody>
          <a:bodyPr/>
          <a:lstStyle>
            <a:lvl1pPr>
              <a:defRPr/>
            </a:lvl1pPr>
          </a:lstStyle>
          <a:p>
            <a:pPr lvl="0"/>
            <a:endParaRPr lang="en-IN"/>
          </a:p>
        </p:txBody>
      </p:sp>
      <p:sp>
        <p:nvSpPr>
          <p:cNvPr id="7" name="Slide Number Placeholder 5"/>
          <p:cNvSpPr txBox="1">
            <a:spLocks noGrp="1"/>
          </p:cNvSpPr>
          <p:nvPr>
            <p:ph type="sldNum" sz="quarter" idx="8"/>
          </p:nvPr>
        </p:nvSpPr>
        <p:spPr/>
        <p:txBody>
          <a:bodyPr/>
          <a:lstStyle>
            <a:lvl1pPr>
              <a:defRPr/>
            </a:lvl1pPr>
          </a:lstStyle>
          <a:p>
            <a:pPr lvl="0"/>
            <a:fld id="{215F0412-E429-4EA4-86A2-323702B7CA29}" type="slidenum">
              <a:r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txBox="1">
            <a:spLocks noGrp="1"/>
          </p:cNvSpPr>
          <p:nvPr>
            <p:ph type="title"/>
          </p:nvPr>
        </p:nvSpPr>
        <p:spPr>
          <a:xfrm>
            <a:off x="2015072" y="1752603"/>
            <a:ext cx="8158688" cy="1822518"/>
          </a:xfrm>
        </p:spPr>
        <p:txBody>
          <a:bodyPr anchor="b"/>
          <a:lstStyle>
            <a:lvl1pPr>
              <a:defRPr/>
            </a:lvl1pPr>
          </a:lstStyle>
          <a:p>
            <a:pPr lvl="0"/>
            <a:r>
              <a:rPr lang="en-US"/>
              <a:t>Click to edit Master title style</a:t>
            </a:r>
          </a:p>
        </p:txBody>
      </p:sp>
      <p:sp>
        <p:nvSpPr>
          <p:cNvPr id="3" name="Text Placeholder 2"/>
          <p:cNvSpPr txBox="1">
            <a:spLocks noGrp="1"/>
          </p:cNvSpPr>
          <p:nvPr>
            <p:ph type="body" idx="1"/>
          </p:nvPr>
        </p:nvSpPr>
        <p:spPr>
          <a:xfrm>
            <a:off x="2015063" y="3846048"/>
            <a:ext cx="8158688" cy="954551"/>
          </a:xfrm>
        </p:spPr>
        <p:txBody>
          <a:bodyPr anchorCtr="1"/>
          <a:lstStyle>
            <a:lvl1pPr marL="0" indent="0" algn="ctr">
              <a:buNone/>
              <a:defRPr>
                <a:solidFill>
                  <a:srgbClr val="000000"/>
                </a:solidFill>
              </a:defRPr>
            </a:lvl1pPr>
          </a:lstStyle>
          <a:p>
            <a:pPr lvl="0"/>
            <a:r>
              <a:rPr lang="en-US"/>
              <a:t>Edit Master text styles</a:t>
            </a:r>
          </a:p>
        </p:txBody>
      </p:sp>
      <p:sp>
        <p:nvSpPr>
          <p:cNvPr id="4" name="Date Placeholder 3"/>
          <p:cNvSpPr txBox="1">
            <a:spLocks noGrp="1"/>
          </p:cNvSpPr>
          <p:nvPr>
            <p:ph type="dt" sz="half" idx="7"/>
          </p:nvPr>
        </p:nvSpPr>
        <p:spPr/>
        <p:txBody>
          <a:bodyPr/>
          <a:lstStyle>
            <a:lvl1pPr>
              <a:defRPr/>
            </a:lvl1pPr>
          </a:lstStyle>
          <a:p>
            <a:pPr lvl="0"/>
            <a:fld id="{EC9526C0-B1C7-4E50-BB19-0FAFE0746885}" type="datetime1">
              <a:rPr lang="en-IN"/>
              <a:t>04-07-2026</a:t>
            </a:fld>
            <a:endParaRPr lang="en-IN"/>
          </a:p>
        </p:txBody>
      </p:sp>
      <p:sp>
        <p:nvSpPr>
          <p:cNvPr id="5" name="Footer Placeholder 4"/>
          <p:cNvSpPr txBox="1">
            <a:spLocks noGrp="1"/>
          </p:cNvSpPr>
          <p:nvPr>
            <p:ph type="ftr" sz="quarter" idx="9"/>
          </p:nvPr>
        </p:nvSpPr>
        <p:spPr/>
        <p:txBody>
          <a:bodyPr/>
          <a:lstStyle>
            <a:lvl1pPr>
              <a:defRPr/>
            </a:lvl1pPr>
          </a:lstStyle>
          <a:p>
            <a:pPr lvl="0"/>
            <a:endParaRPr lang="en-IN"/>
          </a:p>
        </p:txBody>
      </p:sp>
      <p:sp>
        <p:nvSpPr>
          <p:cNvPr id="6" name="Slide Number Placeholder 5"/>
          <p:cNvSpPr txBox="1">
            <a:spLocks noGrp="1"/>
          </p:cNvSpPr>
          <p:nvPr>
            <p:ph type="sldNum" sz="quarter" idx="8"/>
          </p:nvPr>
        </p:nvSpPr>
        <p:spPr/>
        <p:txBody>
          <a:bodyPr/>
          <a:lstStyle>
            <a:lvl1pPr>
              <a:defRPr/>
            </a:lvl1pPr>
          </a:lstStyle>
          <a:p>
            <a:pPr lvl="0"/>
            <a:fld id="{41F97D93-FDB6-4CE9-BD60-40E57A0562CC}" type="slidenum">
              <a:rPr/>
              <a:t>‹#›</a:t>
            </a:fld>
            <a:endParaRPr lang="en-IN"/>
          </a:p>
        </p:txBody>
      </p:sp>
      <p:cxnSp>
        <p:nvCxnSpPr>
          <p:cNvPr id="7" name="Straight Connector 15"/>
          <p:cNvCxnSpPr/>
          <p:nvPr/>
        </p:nvCxnSpPr>
        <p:spPr>
          <a:xfrm>
            <a:off x="2012722" y="3710589"/>
            <a:ext cx="8163379" cy="0"/>
          </a:xfrm>
          <a:prstGeom prst="straightConnector1">
            <a:avLst/>
          </a:prstGeom>
          <a:noFill/>
          <a:ln w="15873" cap="flat">
            <a:solidFill>
              <a:srgbClr val="83992A"/>
            </a:solidFill>
            <a:prstDash val="solid"/>
            <a:miter/>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2" name="Straight Connector 7"/>
          <p:cNvCxnSpPr/>
          <p:nvPr/>
        </p:nvCxnSpPr>
        <p:spPr>
          <a:xfrm>
            <a:off x="1396169" y="2421468"/>
            <a:ext cx="9407302" cy="0"/>
          </a:xfrm>
          <a:prstGeom prst="straightConnector1">
            <a:avLst/>
          </a:prstGeom>
          <a:noFill/>
          <a:ln w="15873" cap="flat">
            <a:solidFill>
              <a:srgbClr val="83992A"/>
            </a:solidFill>
            <a:prstDash val="solid"/>
            <a:miter/>
          </a:ln>
        </p:spPr>
      </p:cxnSp>
      <p:sp>
        <p:nvSpPr>
          <p:cNvPr id="3" name="Title 1"/>
          <p:cNvSpPr txBox="1">
            <a:spLocks noGrp="1"/>
          </p:cNvSpPr>
          <p:nvPr>
            <p:ph type="title"/>
          </p:nvPr>
        </p:nvSpPr>
        <p:spPr/>
        <p:txBody>
          <a:bodyPr/>
          <a:lstStyle>
            <a:lvl1pPr>
              <a:defRPr/>
            </a:lvl1pPr>
          </a:lstStyle>
          <a:p>
            <a:pPr lvl="0"/>
            <a:r>
              <a:rPr lang="en-US"/>
              <a:t>Click to edit Master title style</a:t>
            </a:r>
          </a:p>
        </p:txBody>
      </p:sp>
      <p:sp>
        <p:nvSpPr>
          <p:cNvPr id="4" name="Content Placeholder 2"/>
          <p:cNvSpPr txBox="1">
            <a:spLocks noGrp="1"/>
          </p:cNvSpPr>
          <p:nvPr>
            <p:ph idx="1"/>
          </p:nvPr>
        </p:nvSpPr>
        <p:spPr>
          <a:xfrm>
            <a:off x="1298448" y="2560320"/>
            <a:ext cx="4718303" cy="3310128"/>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p:cNvSpPr txBox="1">
            <a:spLocks noGrp="1"/>
          </p:cNvSpPr>
          <p:nvPr>
            <p:ph idx="2"/>
          </p:nvPr>
        </p:nvSpPr>
        <p:spPr>
          <a:xfrm>
            <a:off x="6181344" y="2560320"/>
            <a:ext cx="4718303" cy="3310128"/>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txBox="1">
            <a:spLocks noGrp="1"/>
          </p:cNvSpPr>
          <p:nvPr>
            <p:ph type="dt" sz="half" idx="7"/>
          </p:nvPr>
        </p:nvSpPr>
        <p:spPr/>
        <p:txBody>
          <a:bodyPr/>
          <a:lstStyle>
            <a:lvl1pPr>
              <a:defRPr/>
            </a:lvl1pPr>
          </a:lstStyle>
          <a:p>
            <a:pPr lvl="0"/>
            <a:fld id="{92A1DA9F-B538-4CF7-817C-8F890B4D426C}" type="datetime1">
              <a:rPr lang="en-IN"/>
              <a:t>04-07-2026</a:t>
            </a:fld>
            <a:endParaRPr lang="en-IN"/>
          </a:p>
        </p:txBody>
      </p:sp>
      <p:sp>
        <p:nvSpPr>
          <p:cNvPr id="7" name="Footer Placeholder 5"/>
          <p:cNvSpPr txBox="1">
            <a:spLocks noGrp="1"/>
          </p:cNvSpPr>
          <p:nvPr>
            <p:ph type="ftr" sz="quarter" idx="9"/>
          </p:nvPr>
        </p:nvSpPr>
        <p:spPr/>
        <p:txBody>
          <a:bodyPr/>
          <a:lstStyle>
            <a:lvl1pPr>
              <a:defRPr/>
            </a:lvl1pPr>
          </a:lstStyle>
          <a:p>
            <a:pPr lvl="0"/>
            <a:endParaRPr lang="en-IN"/>
          </a:p>
        </p:txBody>
      </p:sp>
      <p:sp>
        <p:nvSpPr>
          <p:cNvPr id="8" name="Slide Number Placeholder 6"/>
          <p:cNvSpPr txBox="1">
            <a:spLocks noGrp="1"/>
          </p:cNvSpPr>
          <p:nvPr>
            <p:ph type="sldNum" sz="quarter" idx="8"/>
          </p:nvPr>
        </p:nvSpPr>
        <p:spPr/>
        <p:txBody>
          <a:bodyPr/>
          <a:lstStyle>
            <a:lvl1pPr>
              <a:defRPr/>
            </a:lvl1pPr>
          </a:lstStyle>
          <a:p>
            <a:pPr lvl="0"/>
            <a:fld id="{0CB24ABD-77FE-4AF3-94D2-BFC5F27E4780}" type="slidenum">
              <a:r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p>
        </p:txBody>
      </p:sp>
      <p:sp>
        <p:nvSpPr>
          <p:cNvPr id="3" name="Text Placeholder 2"/>
          <p:cNvSpPr txBox="1">
            <a:spLocks noGrp="1"/>
          </p:cNvSpPr>
          <p:nvPr>
            <p:ph type="body" idx="1"/>
          </p:nvPr>
        </p:nvSpPr>
        <p:spPr>
          <a:xfrm>
            <a:off x="1295403" y="2658535"/>
            <a:ext cx="4718303" cy="576264"/>
          </a:xfrm>
        </p:spPr>
        <p:txBody>
          <a:bodyPr anchor="b">
            <a:noAutofit/>
          </a:bodyPr>
          <a:lstStyle>
            <a:lvl1pPr marL="0" indent="0">
              <a:spcBef>
                <a:spcPts val="670"/>
              </a:spcBef>
              <a:buNone/>
              <a:defRPr sz="2800">
                <a:solidFill>
                  <a:srgbClr val="83992A"/>
                </a:solidFill>
              </a:defRPr>
            </a:lvl1pPr>
          </a:lstStyle>
          <a:p>
            <a:pPr lvl="0"/>
            <a:r>
              <a:rPr lang="en-US"/>
              <a:t>Edit Master text styles</a:t>
            </a:r>
          </a:p>
        </p:txBody>
      </p:sp>
      <p:sp>
        <p:nvSpPr>
          <p:cNvPr id="4" name="Content Placeholder 3"/>
          <p:cNvSpPr txBox="1">
            <a:spLocks noGrp="1"/>
          </p:cNvSpPr>
          <p:nvPr>
            <p:ph idx="2"/>
          </p:nvPr>
        </p:nvSpPr>
        <p:spPr>
          <a:xfrm>
            <a:off x="1295403" y="3243257"/>
            <a:ext cx="4718303" cy="2632603"/>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txBox="1">
            <a:spLocks noGrp="1"/>
          </p:cNvSpPr>
          <p:nvPr>
            <p:ph type="body" idx="3"/>
          </p:nvPr>
        </p:nvSpPr>
        <p:spPr>
          <a:xfrm>
            <a:off x="6180667" y="2658535"/>
            <a:ext cx="4718303" cy="576264"/>
          </a:xfrm>
        </p:spPr>
        <p:txBody>
          <a:bodyPr anchor="b">
            <a:noAutofit/>
          </a:bodyPr>
          <a:lstStyle>
            <a:lvl1pPr marL="0" indent="0">
              <a:spcBef>
                <a:spcPts val="670"/>
              </a:spcBef>
              <a:buNone/>
              <a:defRPr sz="2800">
                <a:solidFill>
                  <a:srgbClr val="83992A"/>
                </a:solidFill>
              </a:defRPr>
            </a:lvl1pPr>
          </a:lstStyle>
          <a:p>
            <a:pPr lvl="0"/>
            <a:r>
              <a:rPr lang="en-US"/>
              <a:t>Edit Master text styles</a:t>
            </a:r>
          </a:p>
        </p:txBody>
      </p:sp>
      <p:sp>
        <p:nvSpPr>
          <p:cNvPr id="6" name="Content Placeholder 5"/>
          <p:cNvSpPr txBox="1">
            <a:spLocks noGrp="1"/>
          </p:cNvSpPr>
          <p:nvPr>
            <p:ph idx="4"/>
          </p:nvPr>
        </p:nvSpPr>
        <p:spPr>
          <a:xfrm>
            <a:off x="6180667" y="3243257"/>
            <a:ext cx="4718303" cy="2632603"/>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txBox="1">
            <a:spLocks noGrp="1"/>
          </p:cNvSpPr>
          <p:nvPr>
            <p:ph type="dt" sz="half" idx="7"/>
          </p:nvPr>
        </p:nvSpPr>
        <p:spPr/>
        <p:txBody>
          <a:bodyPr/>
          <a:lstStyle>
            <a:lvl1pPr>
              <a:defRPr/>
            </a:lvl1pPr>
          </a:lstStyle>
          <a:p>
            <a:pPr lvl="0"/>
            <a:fld id="{71463500-E79A-4589-93E1-B9DC2CB4C7CB}" type="datetime1">
              <a:rPr lang="en-IN"/>
              <a:t>04-07-2026</a:t>
            </a:fld>
            <a:endParaRPr lang="en-IN"/>
          </a:p>
        </p:txBody>
      </p:sp>
      <p:sp>
        <p:nvSpPr>
          <p:cNvPr id="8" name="Footer Placeholder 7"/>
          <p:cNvSpPr txBox="1">
            <a:spLocks noGrp="1"/>
          </p:cNvSpPr>
          <p:nvPr>
            <p:ph type="ftr" sz="quarter" idx="9"/>
          </p:nvPr>
        </p:nvSpPr>
        <p:spPr/>
        <p:txBody>
          <a:bodyPr/>
          <a:lstStyle>
            <a:lvl1pPr>
              <a:defRPr/>
            </a:lvl1pPr>
          </a:lstStyle>
          <a:p>
            <a:pPr lvl="0"/>
            <a:endParaRPr lang="en-IN"/>
          </a:p>
        </p:txBody>
      </p:sp>
      <p:sp>
        <p:nvSpPr>
          <p:cNvPr id="9" name="Slide Number Placeholder 8"/>
          <p:cNvSpPr txBox="1">
            <a:spLocks noGrp="1"/>
          </p:cNvSpPr>
          <p:nvPr>
            <p:ph type="sldNum" sz="quarter" idx="8"/>
          </p:nvPr>
        </p:nvSpPr>
        <p:spPr/>
        <p:txBody>
          <a:bodyPr/>
          <a:lstStyle>
            <a:lvl1pPr>
              <a:defRPr/>
            </a:lvl1pPr>
          </a:lstStyle>
          <a:p>
            <a:pPr lvl="0"/>
            <a:fld id="{C0D374C3-8AE2-4AA5-A7C5-B004C660C821}" type="slidenum">
              <a:rPr/>
              <a:t>‹#›</a:t>
            </a:fld>
            <a:endParaRPr lang="en-IN"/>
          </a:p>
        </p:txBody>
      </p:sp>
      <p:cxnSp>
        <p:nvCxnSpPr>
          <p:cNvPr id="10" name="Straight Connector 17"/>
          <p:cNvCxnSpPr/>
          <p:nvPr/>
        </p:nvCxnSpPr>
        <p:spPr>
          <a:xfrm>
            <a:off x="1396169" y="2421468"/>
            <a:ext cx="9407302" cy="0"/>
          </a:xfrm>
          <a:prstGeom prst="straightConnector1">
            <a:avLst/>
          </a:prstGeom>
          <a:noFill/>
          <a:ln w="15873" cap="flat">
            <a:solidFill>
              <a:srgbClr val="83992A"/>
            </a:solidFill>
            <a:prstDash val="solid"/>
            <a:miter/>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p>
        </p:txBody>
      </p:sp>
      <p:sp>
        <p:nvSpPr>
          <p:cNvPr id="3" name="Date Placeholder 2"/>
          <p:cNvSpPr txBox="1">
            <a:spLocks noGrp="1"/>
          </p:cNvSpPr>
          <p:nvPr>
            <p:ph type="dt" sz="half" idx="7"/>
          </p:nvPr>
        </p:nvSpPr>
        <p:spPr/>
        <p:txBody>
          <a:bodyPr/>
          <a:lstStyle>
            <a:lvl1pPr>
              <a:defRPr/>
            </a:lvl1pPr>
          </a:lstStyle>
          <a:p>
            <a:pPr lvl="0"/>
            <a:fld id="{06998078-B26C-4EE7-A1A4-747BA5C3A526}" type="datetime1">
              <a:rPr lang="en-IN"/>
              <a:t>04-07-2026</a:t>
            </a:fld>
            <a:endParaRPr lang="en-IN"/>
          </a:p>
        </p:txBody>
      </p:sp>
      <p:sp>
        <p:nvSpPr>
          <p:cNvPr id="4" name="Footer Placeholder 3"/>
          <p:cNvSpPr txBox="1">
            <a:spLocks noGrp="1"/>
          </p:cNvSpPr>
          <p:nvPr>
            <p:ph type="ftr" sz="quarter" idx="9"/>
          </p:nvPr>
        </p:nvSpPr>
        <p:spPr/>
        <p:txBody>
          <a:bodyPr/>
          <a:lstStyle>
            <a:lvl1pPr>
              <a:defRPr/>
            </a:lvl1pPr>
          </a:lstStyle>
          <a:p>
            <a:pPr lvl="0"/>
            <a:endParaRPr lang="en-IN"/>
          </a:p>
        </p:txBody>
      </p:sp>
      <p:sp>
        <p:nvSpPr>
          <p:cNvPr id="5" name="Slide Number Placeholder 4"/>
          <p:cNvSpPr txBox="1">
            <a:spLocks noGrp="1"/>
          </p:cNvSpPr>
          <p:nvPr>
            <p:ph type="sldNum" sz="quarter" idx="8"/>
          </p:nvPr>
        </p:nvSpPr>
        <p:spPr/>
        <p:txBody>
          <a:bodyPr/>
          <a:lstStyle>
            <a:lvl1pPr>
              <a:defRPr/>
            </a:lvl1pPr>
          </a:lstStyle>
          <a:p>
            <a:pPr lvl="0"/>
            <a:fld id="{C231CC86-151E-425B-B39D-69590D1BB5AD}" type="slidenum">
              <a:rPr/>
              <a:t>‹#›</a:t>
            </a:fld>
            <a:endParaRPr lang="en-IN"/>
          </a:p>
        </p:txBody>
      </p:sp>
      <p:cxnSp>
        <p:nvCxnSpPr>
          <p:cNvPr id="6" name="Straight Connector 13"/>
          <p:cNvCxnSpPr/>
          <p:nvPr/>
        </p:nvCxnSpPr>
        <p:spPr>
          <a:xfrm>
            <a:off x="1396169" y="2421468"/>
            <a:ext cx="9407302" cy="0"/>
          </a:xfrm>
          <a:prstGeom prst="straightConnector1">
            <a:avLst/>
          </a:prstGeom>
          <a:noFill/>
          <a:ln w="15873" cap="flat">
            <a:solidFill>
              <a:srgbClr val="83992A"/>
            </a:solidFill>
            <a:prstDash val="solid"/>
            <a:miter/>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txBox="1">
            <a:spLocks noGrp="1"/>
          </p:cNvSpPr>
          <p:nvPr>
            <p:ph type="dt" sz="half" idx="7"/>
          </p:nvPr>
        </p:nvSpPr>
        <p:spPr/>
        <p:txBody>
          <a:bodyPr/>
          <a:lstStyle>
            <a:lvl1pPr>
              <a:defRPr/>
            </a:lvl1pPr>
          </a:lstStyle>
          <a:p>
            <a:pPr lvl="0"/>
            <a:fld id="{941533EE-95E6-4188-9DFB-BF2234C8EC7C}" type="datetime1">
              <a:rPr lang="en-IN"/>
              <a:t>04-07-2026</a:t>
            </a:fld>
            <a:endParaRPr lang="en-IN"/>
          </a:p>
        </p:txBody>
      </p:sp>
      <p:sp>
        <p:nvSpPr>
          <p:cNvPr id="3" name="Footer Placeholder 2"/>
          <p:cNvSpPr txBox="1">
            <a:spLocks noGrp="1"/>
          </p:cNvSpPr>
          <p:nvPr>
            <p:ph type="ftr" sz="quarter" idx="9"/>
          </p:nvPr>
        </p:nvSpPr>
        <p:spPr/>
        <p:txBody>
          <a:bodyPr/>
          <a:lstStyle>
            <a:lvl1pPr>
              <a:defRPr/>
            </a:lvl1pPr>
          </a:lstStyle>
          <a:p>
            <a:pPr lvl="0"/>
            <a:endParaRPr lang="en-IN"/>
          </a:p>
        </p:txBody>
      </p:sp>
      <p:sp>
        <p:nvSpPr>
          <p:cNvPr id="4" name="Slide Number Placeholder 3"/>
          <p:cNvSpPr txBox="1">
            <a:spLocks noGrp="1"/>
          </p:cNvSpPr>
          <p:nvPr>
            <p:ph type="sldNum" sz="quarter" idx="8"/>
          </p:nvPr>
        </p:nvSpPr>
        <p:spPr/>
        <p:txBody>
          <a:bodyPr/>
          <a:lstStyle>
            <a:lvl1pPr>
              <a:defRPr/>
            </a:lvl1pPr>
          </a:lstStyle>
          <a:p>
            <a:pPr lvl="0"/>
            <a:fld id="{4B6C8521-B471-4240-A2AA-B293AB850D31}" type="slidenum">
              <a:rPr/>
              <a:t>‹#›</a:t>
            </a:fld>
            <a:endParaRPr lang="en-IN"/>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1293811" y="1388534"/>
            <a:ext cx="3718453" cy="1371600"/>
          </a:xfrm>
        </p:spPr>
        <p:txBody>
          <a:bodyPr anchor="b"/>
          <a:lstStyle>
            <a:lvl1pPr>
              <a:defRPr sz="2400"/>
            </a:lvl1pPr>
          </a:lstStyle>
          <a:p>
            <a:pPr lvl="0"/>
            <a:r>
              <a:rPr lang="en-US"/>
              <a:t>Click to edit Master title style</a:t>
            </a:r>
          </a:p>
        </p:txBody>
      </p:sp>
      <p:sp>
        <p:nvSpPr>
          <p:cNvPr id="3" name="Content Placeholder 2"/>
          <p:cNvSpPr txBox="1">
            <a:spLocks noGrp="1"/>
          </p:cNvSpPr>
          <p:nvPr>
            <p:ph idx="1"/>
          </p:nvPr>
        </p:nvSpPr>
        <p:spPr>
          <a:xfrm>
            <a:off x="5418670" y="982129"/>
            <a:ext cx="5469465" cy="4893731"/>
          </a:xfrm>
        </p:spPr>
        <p:txBody>
          <a:bodyPr anchor="ct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txBox="1">
            <a:spLocks noGrp="1"/>
          </p:cNvSpPr>
          <p:nvPr>
            <p:ph type="body" idx="2"/>
          </p:nvPr>
        </p:nvSpPr>
        <p:spPr>
          <a:xfrm>
            <a:off x="1293811" y="3031062"/>
            <a:ext cx="3718453" cy="2438403"/>
          </a:xfrm>
        </p:spPr>
        <p:txBody>
          <a:bodyPr anchorCtr="1"/>
          <a:lstStyle>
            <a:lvl1pPr marL="0" indent="0" algn="ctr">
              <a:spcBef>
                <a:spcPts val="400"/>
              </a:spcBef>
              <a:buNone/>
              <a:defRPr sz="1600"/>
            </a:lvl1pPr>
          </a:lstStyle>
          <a:p>
            <a:pPr lvl="0"/>
            <a:r>
              <a:rPr lang="en-US"/>
              <a:t>Edit Master text styles</a:t>
            </a:r>
          </a:p>
        </p:txBody>
      </p:sp>
      <p:sp>
        <p:nvSpPr>
          <p:cNvPr id="5" name="Date Placeholder 4"/>
          <p:cNvSpPr txBox="1">
            <a:spLocks noGrp="1"/>
          </p:cNvSpPr>
          <p:nvPr>
            <p:ph type="dt" sz="half" idx="7"/>
          </p:nvPr>
        </p:nvSpPr>
        <p:spPr/>
        <p:txBody>
          <a:bodyPr/>
          <a:lstStyle>
            <a:lvl1pPr>
              <a:defRPr/>
            </a:lvl1pPr>
          </a:lstStyle>
          <a:p>
            <a:pPr lvl="0"/>
            <a:fld id="{35AD5BD8-790E-4F15-9F76-255562044849}" type="datetime1">
              <a:rPr lang="en-IN"/>
              <a:t>04-07-2026</a:t>
            </a:fld>
            <a:endParaRPr lang="en-IN"/>
          </a:p>
        </p:txBody>
      </p:sp>
      <p:sp>
        <p:nvSpPr>
          <p:cNvPr id="6" name="Footer Placeholder 5"/>
          <p:cNvSpPr txBox="1">
            <a:spLocks noGrp="1"/>
          </p:cNvSpPr>
          <p:nvPr>
            <p:ph type="ftr" sz="quarter" idx="9"/>
          </p:nvPr>
        </p:nvSpPr>
        <p:spPr/>
        <p:txBody>
          <a:bodyPr/>
          <a:lstStyle>
            <a:lvl1pPr>
              <a:defRPr/>
            </a:lvl1pPr>
          </a:lstStyle>
          <a:p>
            <a:pPr lvl="0"/>
            <a:endParaRPr lang="en-IN"/>
          </a:p>
        </p:txBody>
      </p:sp>
      <p:sp>
        <p:nvSpPr>
          <p:cNvPr id="7" name="Slide Number Placeholder 6"/>
          <p:cNvSpPr txBox="1">
            <a:spLocks noGrp="1"/>
          </p:cNvSpPr>
          <p:nvPr>
            <p:ph type="sldNum" sz="quarter" idx="8"/>
          </p:nvPr>
        </p:nvSpPr>
        <p:spPr/>
        <p:txBody>
          <a:bodyPr/>
          <a:lstStyle>
            <a:lvl1pPr>
              <a:defRPr/>
            </a:lvl1pPr>
          </a:lstStyle>
          <a:p>
            <a:pPr lvl="0"/>
            <a:fld id="{27A2A8F8-0753-4469-8D10-A06B61F63A5C}" type="slidenum">
              <a:rPr/>
              <a:t>‹#›</a:t>
            </a:fld>
            <a:endParaRPr lang="en-IN"/>
          </a:p>
        </p:txBody>
      </p:sp>
      <p:cxnSp>
        <p:nvCxnSpPr>
          <p:cNvPr id="8" name="Straight Connector 15"/>
          <p:cNvCxnSpPr/>
          <p:nvPr/>
        </p:nvCxnSpPr>
        <p:spPr>
          <a:xfrm>
            <a:off x="1396169" y="2912528"/>
            <a:ext cx="3514497" cy="0"/>
          </a:xfrm>
          <a:prstGeom prst="straightConnector1">
            <a:avLst/>
          </a:prstGeom>
          <a:noFill/>
          <a:ln w="15873" cap="flat">
            <a:solidFill>
              <a:srgbClr val="83992A"/>
            </a:solidFill>
            <a:prstDash val="solid"/>
            <a:miter/>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1295403" y="1883828"/>
            <a:ext cx="6241813" cy="1371600"/>
          </a:xfrm>
        </p:spPr>
        <p:txBody>
          <a:bodyPr anchor="b"/>
          <a:lstStyle>
            <a:lvl1pPr>
              <a:defRPr sz="2800"/>
            </a:lvl1pPr>
          </a:lstStyle>
          <a:p>
            <a:pPr lvl="0"/>
            <a:r>
              <a:rPr lang="en-US"/>
              <a:t>Click to edit Master title style</a:t>
            </a:r>
          </a:p>
        </p:txBody>
      </p:sp>
      <p:sp>
        <p:nvSpPr>
          <p:cNvPr id="3" name="Picture Placeholder 2"/>
          <p:cNvSpPr txBox="1">
            <a:spLocks noGrp="1"/>
          </p:cNvSpPr>
          <p:nvPr>
            <p:ph type="pic" idx="1"/>
          </p:nvPr>
        </p:nvSpPr>
        <p:spPr>
          <a:xfrm>
            <a:off x="8094826" y="1041401"/>
            <a:ext cx="3063349" cy="4775197"/>
          </a:xfrm>
          <a:ln w="57150">
            <a:solidFill>
              <a:srgbClr val="7F7F7F"/>
            </a:solidFill>
            <a:prstDash val="solid"/>
            <a:miter/>
          </a:ln>
        </p:spPr>
        <p:txBody>
          <a:bodyPr anchorCtr="1"/>
          <a:lstStyle>
            <a:lvl1pPr marL="0" indent="0" algn="ctr">
              <a:spcBef>
                <a:spcPts val="400"/>
              </a:spcBef>
              <a:buNone/>
              <a:defRPr sz="1600"/>
            </a:lvl1pPr>
          </a:lstStyle>
          <a:p>
            <a:pPr lvl="0"/>
            <a:r>
              <a:rPr lang="en-US"/>
              <a:t>Click icon to add picture</a:t>
            </a:r>
          </a:p>
        </p:txBody>
      </p:sp>
      <p:sp>
        <p:nvSpPr>
          <p:cNvPr id="4" name="Text Placeholder 3"/>
          <p:cNvSpPr txBox="1">
            <a:spLocks noGrp="1"/>
          </p:cNvSpPr>
          <p:nvPr>
            <p:ph type="body" idx="2"/>
          </p:nvPr>
        </p:nvSpPr>
        <p:spPr>
          <a:xfrm>
            <a:off x="1295403" y="3255428"/>
            <a:ext cx="6241813" cy="1828800"/>
          </a:xfrm>
        </p:spPr>
        <p:txBody>
          <a:bodyPr anchorCtr="1"/>
          <a:lstStyle>
            <a:lvl1pPr marL="0" indent="0" algn="ctr">
              <a:spcBef>
                <a:spcPts val="400"/>
              </a:spcBef>
              <a:buNone/>
              <a:defRPr sz="1800"/>
            </a:lvl1pPr>
          </a:lstStyle>
          <a:p>
            <a:pPr lvl="0"/>
            <a:r>
              <a:rPr lang="en-US"/>
              <a:t>Edit Master text styles</a:t>
            </a:r>
          </a:p>
        </p:txBody>
      </p:sp>
      <p:sp>
        <p:nvSpPr>
          <p:cNvPr id="5" name="Date Placeholder 4"/>
          <p:cNvSpPr txBox="1">
            <a:spLocks noGrp="1"/>
          </p:cNvSpPr>
          <p:nvPr>
            <p:ph type="dt" sz="half" idx="7"/>
          </p:nvPr>
        </p:nvSpPr>
        <p:spPr/>
        <p:txBody>
          <a:bodyPr/>
          <a:lstStyle>
            <a:lvl1pPr>
              <a:defRPr/>
            </a:lvl1pPr>
          </a:lstStyle>
          <a:p>
            <a:pPr lvl="0"/>
            <a:fld id="{DA6A8570-9783-47F2-BD6F-E1438184AC79}" type="datetime1">
              <a:rPr lang="en-IN"/>
              <a:t>04-07-2026</a:t>
            </a:fld>
            <a:endParaRPr lang="en-IN"/>
          </a:p>
        </p:txBody>
      </p:sp>
      <p:sp>
        <p:nvSpPr>
          <p:cNvPr id="6" name="Footer Placeholder 5"/>
          <p:cNvSpPr txBox="1">
            <a:spLocks noGrp="1"/>
          </p:cNvSpPr>
          <p:nvPr>
            <p:ph type="ftr" sz="quarter" idx="9"/>
          </p:nvPr>
        </p:nvSpPr>
        <p:spPr/>
        <p:txBody>
          <a:bodyPr/>
          <a:lstStyle>
            <a:lvl1pPr>
              <a:defRPr/>
            </a:lvl1pPr>
          </a:lstStyle>
          <a:p>
            <a:pPr lvl="0"/>
            <a:endParaRPr lang="en-IN"/>
          </a:p>
        </p:txBody>
      </p:sp>
      <p:sp>
        <p:nvSpPr>
          <p:cNvPr id="7" name="Slide Number Placeholder 6"/>
          <p:cNvSpPr txBox="1">
            <a:spLocks noGrp="1"/>
          </p:cNvSpPr>
          <p:nvPr>
            <p:ph type="sldNum" sz="quarter" idx="8"/>
          </p:nvPr>
        </p:nvSpPr>
        <p:spPr/>
        <p:txBody>
          <a:bodyPr/>
          <a:lstStyle>
            <a:lvl1pPr>
              <a:defRPr/>
            </a:lvl1pPr>
          </a:lstStyle>
          <a:p>
            <a:pPr lvl="0"/>
            <a:fld id="{AC566408-6CCF-42FF-93B9-E937A749487E}" type="slidenum">
              <a:r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1295403" y="4815413"/>
            <a:ext cx="9609667" cy="566735"/>
          </a:xfrm>
        </p:spPr>
        <p:txBody>
          <a:bodyPr anchor="b"/>
          <a:lstStyle>
            <a:lvl1pPr>
              <a:defRPr sz="2400"/>
            </a:lvl1pPr>
          </a:lstStyle>
          <a:p>
            <a:pPr lvl="0"/>
            <a:r>
              <a:rPr lang="en-US"/>
              <a:t>Click to edit Master title style</a:t>
            </a:r>
          </a:p>
        </p:txBody>
      </p:sp>
      <p:sp>
        <p:nvSpPr>
          <p:cNvPr id="3" name="Picture Placeholder 2"/>
          <p:cNvSpPr txBox="1">
            <a:spLocks noGrp="1"/>
          </p:cNvSpPr>
          <p:nvPr>
            <p:ph type="pic" idx="4294967295"/>
          </p:nvPr>
        </p:nvSpPr>
        <p:spPr>
          <a:xfrm>
            <a:off x="1041428" y="1041401"/>
            <a:ext cx="10105976" cy="3335868"/>
          </a:xfrm>
          <a:ln w="57150">
            <a:solidFill>
              <a:srgbClr val="7F7F7F"/>
            </a:solidFill>
            <a:prstDash val="solid"/>
            <a:miter/>
          </a:ln>
        </p:spPr>
        <p:txBody>
          <a:bodyPr anchorCtr="1"/>
          <a:lstStyle>
            <a:lvl1pPr marL="0" indent="0" algn="ctr">
              <a:spcBef>
                <a:spcPts val="400"/>
              </a:spcBef>
              <a:buNone/>
              <a:defRPr sz="1600"/>
            </a:lvl1pPr>
          </a:lstStyle>
          <a:p>
            <a:pPr lvl="0"/>
            <a:r>
              <a:rPr lang="en-US"/>
              <a:t>Click icon to add picture</a:t>
            </a:r>
          </a:p>
        </p:txBody>
      </p:sp>
      <p:sp>
        <p:nvSpPr>
          <p:cNvPr id="4" name="Text Placeholder 3"/>
          <p:cNvSpPr txBox="1">
            <a:spLocks noGrp="1"/>
          </p:cNvSpPr>
          <p:nvPr>
            <p:ph type="body" idx="9"/>
          </p:nvPr>
        </p:nvSpPr>
        <p:spPr>
          <a:xfrm>
            <a:off x="1295403" y="5382149"/>
            <a:ext cx="9609667" cy="493711"/>
          </a:xfrm>
        </p:spPr>
        <p:txBody>
          <a:bodyPr anchorCtr="1"/>
          <a:lstStyle>
            <a:lvl1pPr marL="0" indent="0" algn="ctr">
              <a:spcBef>
                <a:spcPts val="300"/>
              </a:spcBef>
              <a:buNone/>
              <a:defRPr sz="1400"/>
            </a:lvl1pPr>
          </a:lstStyle>
          <a:p>
            <a:pPr lvl="0"/>
            <a:r>
              <a:rPr lang="en-US"/>
              <a:t>Edit Master text styles</a:t>
            </a:r>
          </a:p>
        </p:txBody>
      </p:sp>
      <p:sp>
        <p:nvSpPr>
          <p:cNvPr id="5" name="Date Placeholder 4"/>
          <p:cNvSpPr txBox="1">
            <a:spLocks noGrp="1"/>
          </p:cNvSpPr>
          <p:nvPr>
            <p:ph type="dt" sz="half" idx="7"/>
          </p:nvPr>
        </p:nvSpPr>
        <p:spPr/>
        <p:txBody>
          <a:bodyPr/>
          <a:lstStyle>
            <a:lvl1pPr>
              <a:defRPr/>
            </a:lvl1pPr>
          </a:lstStyle>
          <a:p>
            <a:pPr lvl="0"/>
            <a:fld id="{152EE4B6-2896-4A42-B8CB-DC963DEFD712}" type="datetime1">
              <a:rPr lang="en-IN"/>
              <a:t>04-07-2026</a:t>
            </a:fld>
            <a:endParaRPr lang="en-IN"/>
          </a:p>
        </p:txBody>
      </p:sp>
      <p:sp>
        <p:nvSpPr>
          <p:cNvPr id="6" name="Footer Placeholder 5"/>
          <p:cNvSpPr txBox="1">
            <a:spLocks noGrp="1"/>
          </p:cNvSpPr>
          <p:nvPr>
            <p:ph type="ftr" sz="quarter" idx="19"/>
          </p:nvPr>
        </p:nvSpPr>
        <p:spPr/>
        <p:txBody>
          <a:bodyPr/>
          <a:lstStyle>
            <a:lvl1pPr>
              <a:defRPr/>
            </a:lvl1pPr>
          </a:lstStyle>
          <a:p>
            <a:pPr lvl="0"/>
            <a:endParaRPr lang="en-IN"/>
          </a:p>
        </p:txBody>
      </p:sp>
      <p:sp>
        <p:nvSpPr>
          <p:cNvPr id="7" name="Slide Number Placeholder 6"/>
          <p:cNvSpPr txBox="1">
            <a:spLocks noGrp="1"/>
          </p:cNvSpPr>
          <p:nvPr>
            <p:ph type="sldNum" sz="quarter" idx="8"/>
          </p:nvPr>
        </p:nvSpPr>
        <p:spPr/>
        <p:txBody>
          <a:bodyPr/>
          <a:lstStyle>
            <a:lvl1pPr>
              <a:defRPr/>
            </a:lvl1pPr>
          </a:lstStyle>
          <a:p>
            <a:pPr lvl="0"/>
            <a:fld id="{0B62E196-60E9-475D-877D-99C6AC07B190}" type="slidenum">
              <a:r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1303870" y="982129"/>
            <a:ext cx="9592732" cy="2954865"/>
          </a:xfrm>
        </p:spPr>
        <p:txBody>
          <a:bodyPr/>
          <a:lstStyle>
            <a:lvl1pPr>
              <a:defRPr sz="3200"/>
            </a:lvl1pPr>
          </a:lstStyle>
          <a:p>
            <a:pPr lvl="0"/>
            <a:r>
              <a:rPr lang="en-US"/>
              <a:t>Click to edit Master title style</a:t>
            </a:r>
          </a:p>
        </p:txBody>
      </p:sp>
      <p:sp>
        <p:nvSpPr>
          <p:cNvPr id="3" name="Text Placeholder 2"/>
          <p:cNvSpPr txBox="1">
            <a:spLocks noGrp="1"/>
          </p:cNvSpPr>
          <p:nvPr>
            <p:ph type="body" idx="4294967295"/>
          </p:nvPr>
        </p:nvSpPr>
        <p:spPr>
          <a:xfrm>
            <a:off x="1303870" y="4343400"/>
            <a:ext cx="9592732" cy="1532470"/>
          </a:xfrm>
        </p:spPr>
        <p:txBody>
          <a:bodyPr anchor="ctr" anchorCtr="1"/>
          <a:lstStyle>
            <a:lvl1pPr marL="0" indent="0" algn="ctr">
              <a:spcBef>
                <a:spcPts val="500"/>
              </a:spcBef>
              <a:buNone/>
              <a:defRPr sz="2000">
                <a:solidFill>
                  <a:srgbClr val="000000"/>
                </a:solidFill>
              </a:defRPr>
            </a:lvl1pPr>
          </a:lstStyle>
          <a:p>
            <a:pPr lvl="0"/>
            <a:r>
              <a:rPr lang="en-US"/>
              <a:t>Edit Master text styles</a:t>
            </a:r>
          </a:p>
        </p:txBody>
      </p:sp>
      <p:sp>
        <p:nvSpPr>
          <p:cNvPr id="4" name="Date Placeholder 3"/>
          <p:cNvSpPr txBox="1">
            <a:spLocks noGrp="1"/>
          </p:cNvSpPr>
          <p:nvPr>
            <p:ph type="dt" sz="half" idx="7"/>
          </p:nvPr>
        </p:nvSpPr>
        <p:spPr/>
        <p:txBody>
          <a:bodyPr/>
          <a:lstStyle>
            <a:lvl1pPr>
              <a:defRPr/>
            </a:lvl1pPr>
          </a:lstStyle>
          <a:p>
            <a:pPr lvl="0"/>
            <a:fld id="{BC2873D3-C898-402C-9F68-0FE8BD0E6B85}" type="datetime1">
              <a:rPr lang="en-IN"/>
              <a:t>04-07-2026</a:t>
            </a:fld>
            <a:endParaRPr lang="en-IN"/>
          </a:p>
        </p:txBody>
      </p:sp>
      <p:sp>
        <p:nvSpPr>
          <p:cNvPr id="5" name="Footer Placeholder 4"/>
          <p:cNvSpPr txBox="1">
            <a:spLocks noGrp="1"/>
          </p:cNvSpPr>
          <p:nvPr>
            <p:ph type="ftr" sz="quarter" idx="9"/>
          </p:nvPr>
        </p:nvSpPr>
        <p:spPr/>
        <p:txBody>
          <a:bodyPr/>
          <a:lstStyle>
            <a:lvl1pPr>
              <a:defRPr/>
            </a:lvl1pPr>
          </a:lstStyle>
          <a:p>
            <a:pPr lvl="0"/>
            <a:endParaRPr lang="en-IN"/>
          </a:p>
        </p:txBody>
      </p:sp>
      <p:sp>
        <p:nvSpPr>
          <p:cNvPr id="6" name="Slide Number Placeholder 5"/>
          <p:cNvSpPr txBox="1">
            <a:spLocks noGrp="1"/>
          </p:cNvSpPr>
          <p:nvPr>
            <p:ph type="sldNum" sz="quarter" idx="8"/>
          </p:nvPr>
        </p:nvSpPr>
        <p:spPr/>
        <p:txBody>
          <a:bodyPr/>
          <a:lstStyle>
            <a:lvl1pPr>
              <a:defRPr/>
            </a:lvl1pPr>
          </a:lstStyle>
          <a:p>
            <a:pPr lvl="0"/>
            <a:fld id="{EBB539EA-17CE-46A9-94CE-D47B92C778DF}" type="slidenum">
              <a:rPr/>
              <a:t>‹#›</a:t>
            </a:fld>
            <a:endParaRPr lang="en-IN"/>
          </a:p>
        </p:txBody>
      </p:sp>
      <p:cxnSp>
        <p:nvCxnSpPr>
          <p:cNvPr id="7" name="Straight Connector 14"/>
          <p:cNvCxnSpPr/>
          <p:nvPr/>
        </p:nvCxnSpPr>
        <p:spPr>
          <a:xfrm>
            <a:off x="1396169" y="4140202"/>
            <a:ext cx="9407302" cy="0"/>
          </a:xfrm>
          <a:prstGeom prst="straightConnector1">
            <a:avLst/>
          </a:prstGeom>
          <a:noFill/>
          <a:ln w="15873" cap="flat">
            <a:solidFill>
              <a:srgbClr val="83992A"/>
            </a:solidFill>
            <a:prstDash val="solid"/>
            <a:miter/>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1446215" y="982129"/>
            <a:ext cx="9296393" cy="2370664"/>
          </a:xfrm>
        </p:spPr>
        <p:txBody>
          <a:bodyPr/>
          <a:lstStyle>
            <a:lvl1pPr>
              <a:defRPr sz="3200">
                <a:solidFill>
                  <a:srgbClr val="000000"/>
                </a:solidFill>
              </a:defRPr>
            </a:lvl1pPr>
          </a:lstStyle>
          <a:p>
            <a:pPr lvl="0"/>
            <a:r>
              <a:rPr lang="en-US"/>
              <a:t>Click to edit Master title style</a:t>
            </a:r>
          </a:p>
        </p:txBody>
      </p:sp>
      <p:sp>
        <p:nvSpPr>
          <p:cNvPr id="3" name="Text Placeholder 9"/>
          <p:cNvSpPr txBox="1">
            <a:spLocks noGrp="1"/>
          </p:cNvSpPr>
          <p:nvPr>
            <p:ph type="body" idx="4294967295"/>
          </p:nvPr>
        </p:nvSpPr>
        <p:spPr>
          <a:xfrm>
            <a:off x="1674815" y="3352803"/>
            <a:ext cx="8839203" cy="584201"/>
          </a:xfrm>
        </p:spPr>
        <p:txBody>
          <a:bodyPr anchor="ctr"/>
          <a:lstStyle>
            <a:lvl1pPr marL="0" indent="0" algn="r">
              <a:spcBef>
                <a:spcPts val="500"/>
              </a:spcBef>
              <a:buNone/>
              <a:defRPr sz="2000"/>
            </a:lvl1pPr>
          </a:lstStyle>
          <a:p>
            <a:pPr lvl="0"/>
            <a:r>
              <a:rPr lang="en-US"/>
              <a:t>Edit Master text styles</a:t>
            </a:r>
          </a:p>
        </p:txBody>
      </p:sp>
      <p:sp>
        <p:nvSpPr>
          <p:cNvPr id="4" name="Text Placeholder 2"/>
          <p:cNvSpPr txBox="1">
            <a:spLocks noGrp="1"/>
          </p:cNvSpPr>
          <p:nvPr>
            <p:ph type="body" idx="9"/>
          </p:nvPr>
        </p:nvSpPr>
        <p:spPr>
          <a:xfrm>
            <a:off x="1295403" y="4343400"/>
            <a:ext cx="9609667" cy="1532470"/>
          </a:xfrm>
        </p:spPr>
        <p:txBody>
          <a:bodyPr anchor="ctr" anchorCtr="1"/>
          <a:lstStyle>
            <a:lvl1pPr marL="0" indent="0" algn="ctr">
              <a:spcBef>
                <a:spcPts val="500"/>
              </a:spcBef>
              <a:buNone/>
              <a:defRPr sz="2000">
                <a:solidFill>
                  <a:srgbClr val="000000"/>
                </a:solidFill>
              </a:defRPr>
            </a:lvl1pPr>
          </a:lstStyle>
          <a:p>
            <a:pPr lvl="0"/>
            <a:r>
              <a:rPr lang="en-US"/>
              <a:t>Edit Master text styles</a:t>
            </a:r>
          </a:p>
        </p:txBody>
      </p:sp>
      <p:sp>
        <p:nvSpPr>
          <p:cNvPr id="5" name="Date Placeholder 3"/>
          <p:cNvSpPr txBox="1">
            <a:spLocks noGrp="1"/>
          </p:cNvSpPr>
          <p:nvPr>
            <p:ph type="dt" sz="half" idx="7"/>
          </p:nvPr>
        </p:nvSpPr>
        <p:spPr/>
        <p:txBody>
          <a:bodyPr/>
          <a:lstStyle>
            <a:lvl1pPr>
              <a:defRPr/>
            </a:lvl1pPr>
          </a:lstStyle>
          <a:p>
            <a:pPr lvl="0"/>
            <a:fld id="{D51E3276-57FE-4662-BEB8-D9AF093780A2}" type="datetime1">
              <a:rPr lang="en-IN"/>
              <a:t>04-07-2026</a:t>
            </a:fld>
            <a:endParaRPr lang="en-IN"/>
          </a:p>
        </p:txBody>
      </p:sp>
      <p:sp>
        <p:nvSpPr>
          <p:cNvPr id="6" name="Footer Placeholder 4"/>
          <p:cNvSpPr txBox="1">
            <a:spLocks noGrp="1"/>
          </p:cNvSpPr>
          <p:nvPr>
            <p:ph type="ftr" sz="quarter" idx="19"/>
          </p:nvPr>
        </p:nvSpPr>
        <p:spPr/>
        <p:txBody>
          <a:bodyPr/>
          <a:lstStyle>
            <a:lvl1pPr>
              <a:defRPr/>
            </a:lvl1pPr>
          </a:lstStyle>
          <a:p>
            <a:pPr lvl="0"/>
            <a:endParaRPr lang="en-IN"/>
          </a:p>
        </p:txBody>
      </p:sp>
      <p:sp>
        <p:nvSpPr>
          <p:cNvPr id="7" name="Slide Number Placeholder 5"/>
          <p:cNvSpPr txBox="1">
            <a:spLocks noGrp="1"/>
          </p:cNvSpPr>
          <p:nvPr>
            <p:ph type="sldNum" sz="quarter" idx="8"/>
          </p:nvPr>
        </p:nvSpPr>
        <p:spPr/>
        <p:txBody>
          <a:bodyPr/>
          <a:lstStyle>
            <a:lvl1pPr>
              <a:defRPr/>
            </a:lvl1pPr>
          </a:lstStyle>
          <a:p>
            <a:pPr lvl="0"/>
            <a:fld id="{17C84F0C-4BC0-4908-BB79-6D953BB47C75}" type="slidenum">
              <a:rPr/>
              <a:t>‹#›</a:t>
            </a:fld>
            <a:endParaRPr lang="en-IN"/>
          </a:p>
        </p:txBody>
      </p:sp>
      <p:sp>
        <p:nvSpPr>
          <p:cNvPr id="8" name="TextBox 13"/>
          <p:cNvSpPr txBox="1"/>
          <p:nvPr/>
        </p:nvSpPr>
        <p:spPr>
          <a:xfrm>
            <a:off x="862014" y="879963"/>
            <a:ext cx="609603" cy="584777"/>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8000" b="0" i="0" u="none" strike="noStrike" kern="1200" cap="none" spc="0" baseline="0">
                <a:solidFill>
                  <a:srgbClr val="000000"/>
                </a:solidFill>
                <a:uFillTx/>
                <a:latin typeface="Garamond"/>
              </a:rPr>
              <a:t>“</a:t>
            </a:r>
          </a:p>
        </p:txBody>
      </p:sp>
      <p:sp>
        <p:nvSpPr>
          <p:cNvPr id="9" name="TextBox 14"/>
          <p:cNvSpPr txBox="1"/>
          <p:nvPr/>
        </p:nvSpPr>
        <p:spPr>
          <a:xfrm>
            <a:off x="10600264" y="2827873"/>
            <a:ext cx="609603" cy="584777"/>
          </a:xfrm>
          <a:prstGeom prst="rect">
            <a:avLst/>
          </a:prstGeom>
          <a:noFill/>
          <a:ln cap="flat">
            <a:noFill/>
          </a:ln>
        </p:spPr>
        <p:txBody>
          <a:bodyPr vert="horz" wrap="square" lIns="91440" tIns="45720" rIns="91440" bIns="45720" anchor="ctr" anchorCtr="0" compatLnSpc="1">
            <a:noAutofit/>
          </a:bodyPr>
          <a:lstStyle/>
          <a:p>
            <a:pPr marL="0" marR="0" lvl="0" indent="0" algn="r"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8000" b="0" i="0" u="none" strike="noStrike" kern="1200" cap="none" spc="0" baseline="0">
                <a:solidFill>
                  <a:srgbClr val="000000"/>
                </a:solidFill>
                <a:uFillTx/>
                <a:latin typeface="Garamond"/>
              </a:rPr>
              <a:t>”</a:t>
            </a:r>
          </a:p>
        </p:txBody>
      </p:sp>
      <p:cxnSp>
        <p:nvCxnSpPr>
          <p:cNvPr id="10" name="Straight Connector 18"/>
          <p:cNvCxnSpPr/>
          <p:nvPr/>
        </p:nvCxnSpPr>
        <p:spPr>
          <a:xfrm>
            <a:off x="1396169" y="4140202"/>
            <a:ext cx="9407302" cy="0"/>
          </a:xfrm>
          <a:prstGeom prst="straightConnector1">
            <a:avLst/>
          </a:prstGeom>
          <a:noFill/>
          <a:ln w="15873" cap="flat">
            <a:solidFill>
              <a:srgbClr val="83992A"/>
            </a:solidFill>
            <a:prstDash val="solid"/>
            <a:miter/>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txBox="1">
            <a:spLocks noGrp="1"/>
          </p:cNvSpPr>
          <p:nvPr>
            <p:ph type="title"/>
          </p:nvPr>
        </p:nvSpPr>
        <p:spPr>
          <a:xfrm>
            <a:off x="1295403" y="3308582"/>
            <a:ext cx="9609667" cy="1468800"/>
          </a:xfrm>
        </p:spPr>
        <p:txBody>
          <a:bodyPr anchor="b" anchorCtr="0"/>
          <a:lstStyle>
            <a:lvl1pPr algn="l">
              <a:defRPr sz="3200"/>
            </a:lvl1pPr>
          </a:lstStyle>
          <a:p>
            <a:pPr lvl="0"/>
            <a:r>
              <a:rPr lang="en-US"/>
              <a:t>Click to edit Master title style</a:t>
            </a:r>
          </a:p>
        </p:txBody>
      </p:sp>
      <p:sp>
        <p:nvSpPr>
          <p:cNvPr id="3" name="Text Placeholder 2"/>
          <p:cNvSpPr txBox="1">
            <a:spLocks noGrp="1"/>
          </p:cNvSpPr>
          <p:nvPr>
            <p:ph type="body" idx="4294967295"/>
          </p:nvPr>
        </p:nvSpPr>
        <p:spPr>
          <a:xfrm>
            <a:off x="1295403" y="4777383"/>
            <a:ext cx="9609667" cy="860395"/>
          </a:xfrm>
        </p:spPr>
        <p:txBody>
          <a:bodyPr/>
          <a:lstStyle>
            <a:lvl1pPr marL="0" indent="0">
              <a:spcBef>
                <a:spcPts val="500"/>
              </a:spcBef>
              <a:buNone/>
              <a:defRPr sz="2000">
                <a:solidFill>
                  <a:srgbClr val="000000"/>
                </a:solidFill>
              </a:defRPr>
            </a:lvl1pPr>
          </a:lstStyle>
          <a:p>
            <a:pPr lvl="0"/>
            <a:r>
              <a:rPr lang="en-US"/>
              <a:t>Edit Master text styles</a:t>
            </a:r>
          </a:p>
        </p:txBody>
      </p:sp>
      <p:sp>
        <p:nvSpPr>
          <p:cNvPr id="4" name="Date Placeholder 3"/>
          <p:cNvSpPr txBox="1">
            <a:spLocks noGrp="1"/>
          </p:cNvSpPr>
          <p:nvPr>
            <p:ph type="dt" sz="half" idx="7"/>
          </p:nvPr>
        </p:nvSpPr>
        <p:spPr/>
        <p:txBody>
          <a:bodyPr/>
          <a:lstStyle>
            <a:lvl1pPr>
              <a:defRPr/>
            </a:lvl1pPr>
          </a:lstStyle>
          <a:p>
            <a:pPr lvl="0"/>
            <a:fld id="{231B234A-0616-48BE-8F1E-F548B7BDE0ED}" type="datetime1">
              <a:rPr lang="en-IN"/>
              <a:t>04-07-2026</a:t>
            </a:fld>
            <a:endParaRPr lang="en-IN"/>
          </a:p>
        </p:txBody>
      </p:sp>
      <p:sp>
        <p:nvSpPr>
          <p:cNvPr id="5" name="Footer Placeholder 4"/>
          <p:cNvSpPr txBox="1">
            <a:spLocks noGrp="1"/>
          </p:cNvSpPr>
          <p:nvPr>
            <p:ph type="ftr" sz="quarter" idx="9"/>
          </p:nvPr>
        </p:nvSpPr>
        <p:spPr/>
        <p:txBody>
          <a:bodyPr/>
          <a:lstStyle>
            <a:lvl1pPr>
              <a:defRPr/>
            </a:lvl1pPr>
          </a:lstStyle>
          <a:p>
            <a:pPr lvl="0"/>
            <a:endParaRPr lang="en-IN"/>
          </a:p>
        </p:txBody>
      </p:sp>
      <p:sp>
        <p:nvSpPr>
          <p:cNvPr id="6" name="Slide Number Placeholder 5"/>
          <p:cNvSpPr txBox="1">
            <a:spLocks noGrp="1"/>
          </p:cNvSpPr>
          <p:nvPr>
            <p:ph type="sldNum" sz="quarter" idx="8"/>
          </p:nvPr>
        </p:nvSpPr>
        <p:spPr/>
        <p:txBody>
          <a:bodyPr/>
          <a:lstStyle>
            <a:lvl1pPr>
              <a:defRPr/>
            </a:lvl1pPr>
          </a:lstStyle>
          <a:p>
            <a:pPr lvl="0"/>
            <a:fld id="{46B2E791-5E07-4A6C-8118-64829826CB25}" type="slidenum">
              <a:rPr/>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txBox="1">
            <a:spLocks noGrp="1"/>
          </p:cNvSpPr>
          <p:nvPr>
            <p:ph type="title"/>
          </p:nvPr>
        </p:nvSpPr>
        <p:spPr>
          <a:xfrm>
            <a:off x="1446215" y="982129"/>
            <a:ext cx="9296393" cy="2243672"/>
          </a:xfrm>
        </p:spPr>
        <p:txBody>
          <a:bodyPr/>
          <a:lstStyle>
            <a:lvl1pPr>
              <a:defRPr sz="3200">
                <a:solidFill>
                  <a:srgbClr val="000000"/>
                </a:solidFill>
              </a:defRPr>
            </a:lvl1pPr>
          </a:lstStyle>
          <a:p>
            <a:pPr lvl="0"/>
            <a:r>
              <a:rPr lang="en-US"/>
              <a:t>Click to edit Master title style</a:t>
            </a:r>
          </a:p>
        </p:txBody>
      </p:sp>
      <p:sp>
        <p:nvSpPr>
          <p:cNvPr id="3" name="Text Placeholder 2"/>
          <p:cNvSpPr txBox="1">
            <a:spLocks noGrp="1"/>
          </p:cNvSpPr>
          <p:nvPr>
            <p:ph type="body" idx="4294967295"/>
          </p:nvPr>
        </p:nvSpPr>
        <p:spPr>
          <a:xfrm>
            <a:off x="1295403" y="3639312"/>
            <a:ext cx="9609667" cy="886968"/>
          </a:xfrm>
        </p:spPr>
        <p:txBody>
          <a:bodyPr anchor="b"/>
          <a:lstStyle>
            <a:lvl1pPr marL="0" indent="0">
              <a:spcBef>
                <a:spcPts val="0"/>
              </a:spcBef>
              <a:buNone/>
              <a:defRPr>
                <a:solidFill>
                  <a:srgbClr val="000000"/>
                </a:solidFill>
              </a:defRPr>
            </a:lvl1pPr>
          </a:lstStyle>
          <a:p>
            <a:pPr lvl="0"/>
            <a:r>
              <a:rPr lang="en-US"/>
              <a:t>Edit Master text styles</a:t>
            </a:r>
          </a:p>
        </p:txBody>
      </p:sp>
      <p:sp>
        <p:nvSpPr>
          <p:cNvPr id="4" name="Text Placeholder 2"/>
          <p:cNvSpPr txBox="1">
            <a:spLocks noGrp="1"/>
          </p:cNvSpPr>
          <p:nvPr>
            <p:ph type="body" idx="9"/>
          </p:nvPr>
        </p:nvSpPr>
        <p:spPr>
          <a:xfrm>
            <a:off x="1295403" y="4529663"/>
            <a:ext cx="9609667" cy="1346197"/>
          </a:xfrm>
        </p:spPr>
        <p:txBody>
          <a:bodyPr/>
          <a:lstStyle>
            <a:lvl1pPr marL="0" indent="0">
              <a:spcBef>
                <a:spcPts val="400"/>
              </a:spcBef>
              <a:buNone/>
              <a:defRPr sz="1800">
                <a:solidFill>
                  <a:srgbClr val="000000"/>
                </a:solidFill>
              </a:defRPr>
            </a:lvl1pPr>
          </a:lstStyle>
          <a:p>
            <a:pPr lvl="0"/>
            <a:r>
              <a:rPr lang="en-US"/>
              <a:t>Edit Master text styles</a:t>
            </a:r>
          </a:p>
        </p:txBody>
      </p:sp>
      <p:sp>
        <p:nvSpPr>
          <p:cNvPr id="5" name="Date Placeholder 3"/>
          <p:cNvSpPr txBox="1">
            <a:spLocks noGrp="1"/>
          </p:cNvSpPr>
          <p:nvPr>
            <p:ph type="dt" sz="half" idx="7"/>
          </p:nvPr>
        </p:nvSpPr>
        <p:spPr/>
        <p:txBody>
          <a:bodyPr/>
          <a:lstStyle>
            <a:lvl1pPr>
              <a:defRPr/>
            </a:lvl1pPr>
          </a:lstStyle>
          <a:p>
            <a:pPr lvl="0"/>
            <a:fld id="{8D547A66-8AF3-420F-9B36-50FCFF9417D2}" type="datetime1">
              <a:rPr lang="en-IN"/>
              <a:t>04-07-2026</a:t>
            </a:fld>
            <a:endParaRPr lang="en-IN"/>
          </a:p>
        </p:txBody>
      </p:sp>
      <p:sp>
        <p:nvSpPr>
          <p:cNvPr id="6" name="Footer Placeholder 4"/>
          <p:cNvSpPr txBox="1">
            <a:spLocks noGrp="1"/>
          </p:cNvSpPr>
          <p:nvPr>
            <p:ph type="ftr" sz="quarter" idx="19"/>
          </p:nvPr>
        </p:nvSpPr>
        <p:spPr/>
        <p:txBody>
          <a:bodyPr/>
          <a:lstStyle>
            <a:lvl1pPr>
              <a:defRPr/>
            </a:lvl1pPr>
          </a:lstStyle>
          <a:p>
            <a:pPr lvl="0"/>
            <a:endParaRPr lang="en-IN"/>
          </a:p>
        </p:txBody>
      </p:sp>
      <p:sp>
        <p:nvSpPr>
          <p:cNvPr id="7" name="Slide Number Placeholder 5"/>
          <p:cNvSpPr txBox="1">
            <a:spLocks noGrp="1"/>
          </p:cNvSpPr>
          <p:nvPr>
            <p:ph type="sldNum" sz="quarter" idx="8"/>
          </p:nvPr>
        </p:nvSpPr>
        <p:spPr/>
        <p:txBody>
          <a:bodyPr/>
          <a:lstStyle>
            <a:lvl1pPr>
              <a:defRPr/>
            </a:lvl1pPr>
          </a:lstStyle>
          <a:p>
            <a:pPr lvl="0"/>
            <a:fld id="{100B9499-45BE-4A7C-90A3-24067A1B2BD1}" type="slidenum">
              <a:rPr/>
              <a:t>‹#›</a:t>
            </a:fld>
            <a:endParaRPr lang="en-IN"/>
          </a:p>
        </p:txBody>
      </p:sp>
      <p:sp>
        <p:nvSpPr>
          <p:cNvPr id="8" name="TextBox 11"/>
          <p:cNvSpPr txBox="1"/>
          <p:nvPr/>
        </p:nvSpPr>
        <p:spPr>
          <a:xfrm>
            <a:off x="862014" y="879963"/>
            <a:ext cx="609603" cy="584777"/>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8000" b="0" i="0" u="none" strike="noStrike" kern="1200" cap="none" spc="0" baseline="0">
                <a:solidFill>
                  <a:srgbClr val="000000"/>
                </a:solidFill>
                <a:uFillTx/>
                <a:latin typeface="Garamond"/>
              </a:rPr>
              <a:t>“</a:t>
            </a:r>
          </a:p>
        </p:txBody>
      </p:sp>
      <p:sp>
        <p:nvSpPr>
          <p:cNvPr id="9" name="TextBox 12"/>
          <p:cNvSpPr txBox="1"/>
          <p:nvPr/>
        </p:nvSpPr>
        <p:spPr>
          <a:xfrm>
            <a:off x="10600264" y="2599264"/>
            <a:ext cx="609603" cy="584777"/>
          </a:xfrm>
          <a:prstGeom prst="rect">
            <a:avLst/>
          </a:prstGeom>
          <a:noFill/>
          <a:ln cap="flat">
            <a:noFill/>
          </a:ln>
        </p:spPr>
        <p:txBody>
          <a:bodyPr vert="horz" wrap="square" lIns="91440" tIns="45720" rIns="91440" bIns="45720" anchor="ctr" anchorCtr="0" compatLnSpc="1">
            <a:noAutofit/>
          </a:bodyPr>
          <a:lstStyle/>
          <a:p>
            <a:pPr marL="0" marR="0" lvl="0" indent="0" algn="r"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8000" b="0" i="0" u="none" strike="noStrike" kern="1200" cap="none" spc="0" baseline="0">
                <a:solidFill>
                  <a:srgbClr val="000000"/>
                </a:solidFill>
                <a:uFillTx/>
                <a:latin typeface="Garamond"/>
              </a:rPr>
              <a:t>”</a:t>
            </a:r>
          </a:p>
        </p:txBody>
      </p:sp>
      <p:cxnSp>
        <p:nvCxnSpPr>
          <p:cNvPr id="10" name="Straight Connector 25"/>
          <p:cNvCxnSpPr/>
          <p:nvPr/>
        </p:nvCxnSpPr>
        <p:spPr>
          <a:xfrm>
            <a:off x="1396169" y="3429000"/>
            <a:ext cx="9407302" cy="0"/>
          </a:xfrm>
          <a:prstGeom prst="straightConnector1">
            <a:avLst/>
          </a:prstGeom>
          <a:noFill/>
          <a:ln w="15873" cap="flat">
            <a:solidFill>
              <a:srgbClr val="83992A"/>
            </a:solidFill>
            <a:prstDash val="solid"/>
            <a:miter/>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txBox="1">
            <a:spLocks noGrp="1"/>
          </p:cNvSpPr>
          <p:nvPr>
            <p:ph type="title"/>
          </p:nvPr>
        </p:nvSpPr>
        <p:spPr>
          <a:xfrm>
            <a:off x="1295403" y="982129"/>
            <a:ext cx="9609667" cy="2243672"/>
          </a:xfrm>
        </p:spPr>
        <p:txBody>
          <a:bodyPr/>
          <a:lstStyle>
            <a:lvl1pPr>
              <a:defRPr/>
            </a:lvl1pPr>
          </a:lstStyle>
          <a:p>
            <a:pPr lvl="0"/>
            <a:r>
              <a:rPr lang="en-US"/>
              <a:t>Click to edit Master title style</a:t>
            </a:r>
          </a:p>
        </p:txBody>
      </p:sp>
      <p:sp>
        <p:nvSpPr>
          <p:cNvPr id="3" name="Text Placeholder 2"/>
          <p:cNvSpPr txBox="1">
            <a:spLocks noGrp="1"/>
          </p:cNvSpPr>
          <p:nvPr>
            <p:ph type="body" idx="4294967295"/>
          </p:nvPr>
        </p:nvSpPr>
        <p:spPr>
          <a:xfrm>
            <a:off x="1295403" y="3630168"/>
            <a:ext cx="9609667" cy="841248"/>
          </a:xfrm>
        </p:spPr>
        <p:txBody>
          <a:bodyPr anchor="b"/>
          <a:lstStyle>
            <a:lvl1pPr marL="0" indent="0">
              <a:spcBef>
                <a:spcPts val="0"/>
              </a:spcBef>
              <a:buNone/>
              <a:defRPr sz="2800">
                <a:solidFill>
                  <a:srgbClr val="000000"/>
                </a:solidFill>
              </a:defRPr>
            </a:lvl1pPr>
          </a:lstStyle>
          <a:p>
            <a:pPr lvl="0"/>
            <a:r>
              <a:rPr lang="en-US"/>
              <a:t>Edit Master text styles</a:t>
            </a:r>
          </a:p>
        </p:txBody>
      </p:sp>
      <p:sp>
        <p:nvSpPr>
          <p:cNvPr id="4" name="Text Placeholder 2"/>
          <p:cNvSpPr txBox="1">
            <a:spLocks noGrp="1"/>
          </p:cNvSpPr>
          <p:nvPr>
            <p:ph type="body" idx="9"/>
          </p:nvPr>
        </p:nvSpPr>
        <p:spPr>
          <a:xfrm>
            <a:off x="1295403" y="4470401"/>
            <a:ext cx="9609667" cy="1405469"/>
          </a:xfrm>
        </p:spPr>
        <p:txBody>
          <a:bodyPr/>
          <a:lstStyle>
            <a:lvl1pPr marL="0" indent="0">
              <a:spcBef>
                <a:spcPts val="400"/>
              </a:spcBef>
              <a:buNone/>
              <a:defRPr sz="1800">
                <a:solidFill>
                  <a:srgbClr val="000000"/>
                </a:solidFill>
              </a:defRPr>
            </a:lvl1pPr>
          </a:lstStyle>
          <a:p>
            <a:pPr lvl="0"/>
            <a:r>
              <a:rPr lang="en-US"/>
              <a:t>Edit Master text styles</a:t>
            </a:r>
          </a:p>
        </p:txBody>
      </p:sp>
      <p:sp>
        <p:nvSpPr>
          <p:cNvPr id="5" name="Date Placeholder 3"/>
          <p:cNvSpPr txBox="1">
            <a:spLocks noGrp="1"/>
          </p:cNvSpPr>
          <p:nvPr>
            <p:ph type="dt" sz="half" idx="7"/>
          </p:nvPr>
        </p:nvSpPr>
        <p:spPr/>
        <p:txBody>
          <a:bodyPr/>
          <a:lstStyle>
            <a:lvl1pPr>
              <a:defRPr/>
            </a:lvl1pPr>
          </a:lstStyle>
          <a:p>
            <a:pPr lvl="0"/>
            <a:fld id="{19024F41-38F4-42EA-BD43-D351224D5F3F}" type="datetime1">
              <a:rPr lang="en-IN"/>
              <a:t>04-07-2026</a:t>
            </a:fld>
            <a:endParaRPr lang="en-IN"/>
          </a:p>
        </p:txBody>
      </p:sp>
      <p:sp>
        <p:nvSpPr>
          <p:cNvPr id="6" name="Footer Placeholder 4"/>
          <p:cNvSpPr txBox="1">
            <a:spLocks noGrp="1"/>
          </p:cNvSpPr>
          <p:nvPr>
            <p:ph type="ftr" sz="quarter" idx="19"/>
          </p:nvPr>
        </p:nvSpPr>
        <p:spPr/>
        <p:txBody>
          <a:bodyPr/>
          <a:lstStyle>
            <a:lvl1pPr>
              <a:defRPr/>
            </a:lvl1pPr>
          </a:lstStyle>
          <a:p>
            <a:pPr lvl="0"/>
            <a:endParaRPr lang="en-IN"/>
          </a:p>
        </p:txBody>
      </p:sp>
      <p:sp>
        <p:nvSpPr>
          <p:cNvPr id="7" name="Slide Number Placeholder 5"/>
          <p:cNvSpPr txBox="1">
            <a:spLocks noGrp="1"/>
          </p:cNvSpPr>
          <p:nvPr>
            <p:ph type="sldNum" sz="quarter" idx="8"/>
          </p:nvPr>
        </p:nvSpPr>
        <p:spPr/>
        <p:txBody>
          <a:bodyPr/>
          <a:lstStyle>
            <a:lvl1pPr>
              <a:defRPr/>
            </a:lvl1pPr>
          </a:lstStyle>
          <a:p>
            <a:pPr lvl="0"/>
            <a:fld id="{5E7898BF-CCFF-4E5C-801B-83E2D3CBD01E}" type="slidenum">
              <a:rPr/>
              <a:t>‹#›</a:t>
            </a:fld>
            <a:endParaRPr lang="en-IN"/>
          </a:p>
        </p:txBody>
      </p:sp>
      <p:cxnSp>
        <p:nvCxnSpPr>
          <p:cNvPr id="8" name="Straight Connector 14"/>
          <p:cNvCxnSpPr/>
          <p:nvPr/>
        </p:nvCxnSpPr>
        <p:spPr>
          <a:xfrm>
            <a:off x="1396169" y="3429000"/>
            <a:ext cx="9407302" cy="0"/>
          </a:xfrm>
          <a:prstGeom prst="straightConnector1">
            <a:avLst/>
          </a:prstGeom>
          <a:noFill/>
          <a:ln w="15873" cap="flat">
            <a:solidFill>
              <a:srgbClr val="83992A"/>
            </a:solidFill>
            <a:prstDash val="solid"/>
            <a:miter/>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txBox="1">
            <a:spLocks noGrp="1"/>
          </p:cNvSpPr>
          <p:nvPr>
            <p:ph type="dt" sz="half" idx="7"/>
          </p:nvPr>
        </p:nvSpPr>
        <p:spPr/>
        <p:txBody>
          <a:bodyPr/>
          <a:lstStyle>
            <a:lvl1pPr>
              <a:defRPr/>
            </a:lvl1pPr>
          </a:lstStyle>
          <a:p>
            <a:pPr lvl="0"/>
            <a:fld id="{EB0B27A0-FF0A-4561-A40E-69AF769767D0}" type="datetime1">
              <a:rPr lang="en-IN"/>
              <a:t>04-07-2026</a:t>
            </a:fld>
            <a:endParaRPr lang="en-IN"/>
          </a:p>
        </p:txBody>
      </p:sp>
      <p:sp>
        <p:nvSpPr>
          <p:cNvPr id="5" name="Footer Placeholder 4"/>
          <p:cNvSpPr txBox="1">
            <a:spLocks noGrp="1"/>
          </p:cNvSpPr>
          <p:nvPr>
            <p:ph type="ftr" sz="quarter" idx="9"/>
          </p:nvPr>
        </p:nvSpPr>
        <p:spPr/>
        <p:txBody>
          <a:bodyPr/>
          <a:lstStyle>
            <a:lvl1pPr>
              <a:defRPr/>
            </a:lvl1pPr>
          </a:lstStyle>
          <a:p>
            <a:pPr lvl="0"/>
            <a:endParaRPr lang="en-IN"/>
          </a:p>
        </p:txBody>
      </p:sp>
      <p:sp>
        <p:nvSpPr>
          <p:cNvPr id="6" name="Slide Number Placeholder 5"/>
          <p:cNvSpPr txBox="1">
            <a:spLocks noGrp="1"/>
          </p:cNvSpPr>
          <p:nvPr>
            <p:ph type="sldNum" sz="quarter" idx="8"/>
          </p:nvPr>
        </p:nvSpPr>
        <p:spPr/>
        <p:txBody>
          <a:bodyPr/>
          <a:lstStyle>
            <a:lvl1pPr>
              <a:defRPr/>
            </a:lvl1pPr>
          </a:lstStyle>
          <a:p>
            <a:pPr lvl="0"/>
            <a:fld id="{A21F3A49-DC29-41EA-B835-221A0DDBE6F7}" type="slidenum">
              <a:rPr/>
              <a:t>‹#›</a:t>
            </a:fld>
            <a:endParaRPr lang="en-IN"/>
          </a:p>
        </p:txBody>
      </p:sp>
      <p:cxnSp>
        <p:nvCxnSpPr>
          <p:cNvPr id="7" name="Straight Connector 13"/>
          <p:cNvCxnSpPr/>
          <p:nvPr/>
        </p:nvCxnSpPr>
        <p:spPr>
          <a:xfrm>
            <a:off x="1396169" y="2421468"/>
            <a:ext cx="9407302" cy="0"/>
          </a:xfrm>
          <a:prstGeom prst="straightConnector1">
            <a:avLst/>
          </a:prstGeom>
          <a:noFill/>
          <a:ln w="15873" cap="flat">
            <a:solidFill>
              <a:srgbClr val="83992A"/>
            </a:solidFill>
            <a:prstDash val="solid"/>
            <a:miter/>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txBox="1">
            <a:spLocks noGrp="1"/>
          </p:cNvSpPr>
          <p:nvPr>
            <p:ph type="title" orient="vert"/>
          </p:nvPr>
        </p:nvSpPr>
        <p:spPr>
          <a:xfrm>
            <a:off x="8999360" y="982129"/>
            <a:ext cx="1890896" cy="4893731"/>
          </a:xfrm>
        </p:spPr>
        <p:txBody>
          <a:bodyPr vert="eaVert"/>
          <a:lstStyle>
            <a:lvl1pPr>
              <a:defRPr/>
            </a:lvl1pPr>
          </a:lstStyle>
          <a:p>
            <a:pPr lvl="0"/>
            <a:r>
              <a:rPr lang="en-US"/>
              <a:t>Click to edit Master title style</a:t>
            </a:r>
          </a:p>
        </p:txBody>
      </p:sp>
      <p:sp>
        <p:nvSpPr>
          <p:cNvPr id="3" name="Vertical Text Placeholder 2"/>
          <p:cNvSpPr txBox="1">
            <a:spLocks noGrp="1"/>
          </p:cNvSpPr>
          <p:nvPr>
            <p:ph type="body" orient="vert" idx="1"/>
          </p:nvPr>
        </p:nvSpPr>
        <p:spPr>
          <a:xfrm>
            <a:off x="1295393" y="982129"/>
            <a:ext cx="7433020" cy="4893731"/>
          </a:xfrm>
        </p:spPr>
        <p:txBody>
          <a:bodyPr vert="eaVert"/>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txBox="1">
            <a:spLocks noGrp="1"/>
          </p:cNvSpPr>
          <p:nvPr>
            <p:ph type="dt" sz="half" idx="7"/>
          </p:nvPr>
        </p:nvSpPr>
        <p:spPr/>
        <p:txBody>
          <a:bodyPr/>
          <a:lstStyle>
            <a:lvl1pPr>
              <a:defRPr/>
            </a:lvl1pPr>
          </a:lstStyle>
          <a:p>
            <a:pPr lvl="0"/>
            <a:fld id="{78A720C0-2709-4534-819A-8643A02F3AF2}" type="datetime1">
              <a:rPr lang="en-IN"/>
              <a:t>04-07-2026</a:t>
            </a:fld>
            <a:endParaRPr lang="en-IN"/>
          </a:p>
        </p:txBody>
      </p:sp>
      <p:sp>
        <p:nvSpPr>
          <p:cNvPr id="5" name="Footer Placeholder 4"/>
          <p:cNvSpPr txBox="1">
            <a:spLocks noGrp="1"/>
          </p:cNvSpPr>
          <p:nvPr>
            <p:ph type="ftr" sz="quarter" idx="9"/>
          </p:nvPr>
        </p:nvSpPr>
        <p:spPr/>
        <p:txBody>
          <a:bodyPr/>
          <a:lstStyle>
            <a:lvl1pPr>
              <a:defRPr/>
            </a:lvl1pPr>
          </a:lstStyle>
          <a:p>
            <a:pPr lvl="0"/>
            <a:endParaRPr lang="en-IN"/>
          </a:p>
        </p:txBody>
      </p:sp>
      <p:sp>
        <p:nvSpPr>
          <p:cNvPr id="6" name="Slide Number Placeholder 5"/>
          <p:cNvSpPr txBox="1">
            <a:spLocks noGrp="1"/>
          </p:cNvSpPr>
          <p:nvPr>
            <p:ph type="sldNum" sz="quarter" idx="8"/>
          </p:nvPr>
        </p:nvSpPr>
        <p:spPr/>
        <p:txBody>
          <a:bodyPr/>
          <a:lstStyle>
            <a:lvl1pPr>
              <a:defRPr/>
            </a:lvl1pPr>
          </a:lstStyle>
          <a:p>
            <a:pPr lvl="0"/>
            <a:fld id="{9C3C3C3C-2A54-42AC-B4D9-89ECA7DDEF9F}" type="slidenum">
              <a:rPr/>
              <a:t>‹#›</a:t>
            </a:fld>
            <a:endParaRPr lang="en-IN"/>
          </a:p>
        </p:txBody>
      </p:sp>
      <p:cxnSp>
        <p:nvCxnSpPr>
          <p:cNvPr id="7" name="Straight Connector 13"/>
          <p:cNvCxnSpPr/>
          <p:nvPr/>
        </p:nvCxnSpPr>
        <p:spPr>
          <a:xfrm>
            <a:off x="8863891" y="990596"/>
            <a:ext cx="0" cy="4876807"/>
          </a:xfrm>
          <a:prstGeom prst="straightConnector1">
            <a:avLst/>
          </a:prstGeom>
          <a:noFill/>
          <a:ln w="15873" cap="flat">
            <a:solidFill>
              <a:srgbClr val="83992A"/>
            </a:solidFill>
            <a:prstDash val="solid"/>
            <a:miter/>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grpSp>
        <p:nvGrpSpPr>
          <p:cNvPr id="2" name="Group 6"/>
          <p:cNvGrpSpPr/>
          <p:nvPr/>
        </p:nvGrpSpPr>
        <p:grpSpPr>
          <a:xfrm>
            <a:off x="-15736" y="0"/>
            <a:ext cx="12229962" cy="6856216"/>
            <a:chOff x="-15736" y="0"/>
            <a:chExt cx="12229962" cy="6856216"/>
          </a:xfrm>
        </p:grpSpPr>
        <p:pic>
          <p:nvPicPr>
            <p:cNvPr id="3" name="Picture 7" descr="HD-PanelContent.png"/>
            <p:cNvPicPr>
              <a:picLocks noChangeAspect="1"/>
            </p:cNvPicPr>
            <p:nvPr/>
          </p:nvPicPr>
          <p:blipFill>
            <a:blip r:embed="rId19"/>
            <a:stretch>
              <a:fillRect/>
            </a:stretch>
          </p:blipFill>
          <p:spPr>
            <a:xfrm>
              <a:off x="0" y="0"/>
              <a:ext cx="12188823" cy="6856216"/>
            </a:xfrm>
            <a:prstGeom prst="rect">
              <a:avLst/>
            </a:prstGeom>
            <a:noFill/>
            <a:ln cap="flat">
              <a:noFill/>
            </a:ln>
          </p:spPr>
        </p:pic>
        <p:sp>
          <p:nvSpPr>
            <p:cNvPr id="4" name="Rectangle 8"/>
            <p:cNvSpPr/>
            <p:nvPr/>
          </p:nvSpPr>
          <p:spPr>
            <a:xfrm>
              <a:off x="608011" y="609603"/>
              <a:ext cx="10972800" cy="5638803"/>
            </a:xfrm>
            <a:prstGeom prst="rect">
              <a:avLst/>
            </a:prstGeom>
            <a:noFill/>
            <a:ln w="15873" cap="flat">
              <a:solidFill>
                <a:srgbClr val="83992A"/>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panose="020F0502020204030204"/>
              </a:endParaRPr>
            </a:p>
          </p:txBody>
        </p:sp>
        <p:pic>
          <p:nvPicPr>
            <p:cNvPr id="5" name="Picture 9" descr="HDRibbonContent-UniformTrim.png"/>
            <p:cNvPicPr>
              <a:picLocks noChangeAspect="1"/>
            </p:cNvPicPr>
            <p:nvPr/>
          </p:nvPicPr>
          <p:blipFill>
            <a:blip r:embed="rId20"/>
            <a:srcRect/>
            <a:stretch>
              <a:fillRect/>
            </a:stretch>
          </p:blipFill>
          <p:spPr>
            <a:xfrm>
              <a:off x="-15736" y="3153829"/>
              <a:ext cx="777240" cy="606420"/>
            </a:xfrm>
            <a:prstGeom prst="rect">
              <a:avLst/>
            </a:prstGeom>
            <a:noFill/>
            <a:ln cap="flat">
              <a:noFill/>
            </a:ln>
          </p:spPr>
        </p:pic>
        <p:pic>
          <p:nvPicPr>
            <p:cNvPr id="6" name="Picture 10" descr="HDRibbonContent-UniformTrim.png"/>
            <p:cNvPicPr>
              <a:picLocks noChangeAspect="1"/>
            </p:cNvPicPr>
            <p:nvPr/>
          </p:nvPicPr>
          <p:blipFill>
            <a:blip r:embed="rId20"/>
            <a:srcRect/>
            <a:stretch>
              <a:fillRect/>
            </a:stretch>
          </p:blipFill>
          <p:spPr>
            <a:xfrm>
              <a:off x="11436986" y="3153829"/>
              <a:ext cx="777240" cy="606420"/>
            </a:xfrm>
            <a:prstGeom prst="rect">
              <a:avLst/>
            </a:prstGeom>
            <a:noFill/>
            <a:ln cap="flat">
              <a:noFill/>
            </a:ln>
          </p:spPr>
        </p:pic>
      </p:grpSp>
      <p:sp>
        <p:nvSpPr>
          <p:cNvPr id="7" name="Title Placeholder 1"/>
          <p:cNvSpPr txBox="1">
            <a:spLocks noGrp="1"/>
          </p:cNvSpPr>
          <p:nvPr>
            <p:ph type="title"/>
          </p:nvPr>
        </p:nvSpPr>
        <p:spPr>
          <a:xfrm>
            <a:off x="1295403" y="982129"/>
            <a:ext cx="9601200" cy="1303870"/>
          </a:xfrm>
          <a:prstGeom prst="rect">
            <a:avLst/>
          </a:prstGeom>
          <a:noFill/>
          <a:ln>
            <a:noFill/>
          </a:ln>
        </p:spPr>
        <p:txBody>
          <a:bodyPr vert="horz" wrap="square" lIns="91440" tIns="45720" rIns="91440" bIns="45720" anchor="ctr" anchorCtr="1" compatLnSpc="1">
            <a:normAutofit/>
          </a:bodyPr>
          <a:lstStyle/>
          <a:p>
            <a:pPr lvl="0"/>
            <a:r>
              <a:rPr lang="en-US"/>
              <a:t>Click to edit Master title style</a:t>
            </a:r>
          </a:p>
        </p:txBody>
      </p:sp>
      <p:sp>
        <p:nvSpPr>
          <p:cNvPr id="8" name="Text Placeholder 2"/>
          <p:cNvSpPr txBox="1">
            <a:spLocks noGrp="1"/>
          </p:cNvSpPr>
          <p:nvPr>
            <p:ph type="body" idx="1"/>
          </p:nvPr>
        </p:nvSpPr>
        <p:spPr>
          <a:xfrm>
            <a:off x="1295403" y="2556927"/>
            <a:ext cx="9601200" cy="3318933"/>
          </a:xfrm>
          <a:prstGeom prst="rect">
            <a:avLst/>
          </a:prstGeom>
          <a:noFill/>
          <a:ln>
            <a:noFill/>
          </a:ln>
        </p:spPr>
        <p:txBody>
          <a:bodyPr vert="horz" wrap="square" lIns="91440" tIns="45720" rIns="91440" bIns="45720" anchor="t" anchorCtr="0" compatLnSpc="1">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p:cNvSpPr txBox="1">
            <a:spLocks noGrp="1"/>
          </p:cNvSpPr>
          <p:nvPr>
            <p:ph type="dt" sz="half" idx="2"/>
          </p:nvPr>
        </p:nvSpPr>
        <p:spPr>
          <a:xfrm>
            <a:off x="8677500" y="5969002"/>
            <a:ext cx="1600200" cy="279404"/>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defRPr lang="en-IN" sz="1000" b="0" i="0" u="none" strike="noStrike" kern="1200" cap="none" spc="0" baseline="0">
                <a:solidFill>
                  <a:srgbClr val="000000"/>
                </a:solidFill>
                <a:uFillTx/>
                <a:latin typeface="Garamond"/>
              </a:defRPr>
            </a:lvl1pPr>
          </a:lstStyle>
          <a:p>
            <a:pPr lvl="0"/>
            <a:fld id="{29B88B77-4616-475C-B8C6-B5A6A16471F7}" type="datetime1">
              <a:rPr lang="en-IN"/>
              <a:t>04-07-2026</a:t>
            </a:fld>
            <a:endParaRPr lang="en-IN"/>
          </a:p>
        </p:txBody>
      </p:sp>
      <p:sp>
        <p:nvSpPr>
          <p:cNvPr id="10" name="Footer Placeholder 4"/>
          <p:cNvSpPr txBox="1">
            <a:spLocks noGrp="1"/>
          </p:cNvSpPr>
          <p:nvPr>
            <p:ph type="ftr" sz="quarter" idx="3"/>
          </p:nvPr>
        </p:nvSpPr>
        <p:spPr>
          <a:xfrm>
            <a:off x="1295403" y="5969002"/>
            <a:ext cx="7305900" cy="279404"/>
          </a:xfrm>
          <a:prstGeom prst="rect">
            <a:avLst/>
          </a:prstGeom>
          <a:noFill/>
          <a:ln>
            <a:noFill/>
          </a:ln>
        </p:spPr>
        <p:txBody>
          <a:bodyPr vert="horz" wrap="square" lIns="91440" tIns="45720" rIns="91440" bIns="45720" anchor="ctr" anchorCtr="0" compatLnSpc="1">
            <a:noAutofit/>
          </a:bodyPr>
          <a:lstStyle>
            <a:lvl1pPr marL="0" marR="0" lvl="0" indent="0" algn="l" defTabSz="457200" rtl="0" fontAlgn="auto" hangingPunct="1">
              <a:lnSpc>
                <a:spcPct val="100000"/>
              </a:lnSpc>
              <a:spcBef>
                <a:spcPts val="0"/>
              </a:spcBef>
              <a:spcAft>
                <a:spcPts val="0"/>
              </a:spcAft>
              <a:buNone/>
              <a:defRPr lang="en-IN" sz="1000" b="0" i="0" u="none" strike="noStrike" kern="1200" cap="none" spc="0" baseline="0">
                <a:solidFill>
                  <a:srgbClr val="000000"/>
                </a:solidFill>
                <a:uFillTx/>
                <a:latin typeface="Garamond"/>
              </a:defRPr>
            </a:lvl1pPr>
          </a:lstStyle>
          <a:p>
            <a:pPr lvl="0"/>
            <a:endParaRPr lang="en-IN"/>
          </a:p>
        </p:txBody>
      </p:sp>
      <p:sp>
        <p:nvSpPr>
          <p:cNvPr id="11" name="Slide Number Placeholder 5"/>
          <p:cNvSpPr txBox="1">
            <a:spLocks noGrp="1"/>
          </p:cNvSpPr>
          <p:nvPr>
            <p:ph type="sldNum" sz="quarter" idx="4"/>
          </p:nvPr>
        </p:nvSpPr>
        <p:spPr>
          <a:xfrm>
            <a:off x="10353897" y="5969002"/>
            <a:ext cx="542696" cy="279404"/>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defRPr lang="en-IN" sz="1000" b="0" i="0" u="none" strike="noStrike" kern="1200" cap="none" spc="0" baseline="0">
                <a:solidFill>
                  <a:srgbClr val="000000"/>
                </a:solidFill>
                <a:uFillTx/>
                <a:latin typeface="Garamond"/>
              </a:defRPr>
            </a:lvl1pPr>
          </a:lstStyle>
          <a:p>
            <a:pPr lvl="0"/>
            <a:fld id="{38CC8BBE-DBE0-4450-8530-4E41A3333E7A}" type="slidenum">
              <a:r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marL="0" marR="0" lvl="0" indent="0" algn="ctr" defTabSz="457200" rtl="0" fontAlgn="auto" hangingPunct="1">
        <a:lnSpc>
          <a:spcPct val="100000"/>
        </a:lnSpc>
        <a:spcBef>
          <a:spcPts val="0"/>
        </a:spcBef>
        <a:spcAft>
          <a:spcPts val="0"/>
        </a:spcAft>
        <a:buNone/>
        <a:defRPr lang="en-US" sz="4400" b="0" i="0" u="none" strike="noStrike" kern="1200" cap="none" spc="0" baseline="0">
          <a:solidFill>
            <a:srgbClr val="262626"/>
          </a:solidFill>
          <a:uFillTx/>
          <a:latin typeface="Garamond"/>
        </a:defRPr>
      </a:lvl1pPr>
    </p:titleStyle>
    <p:bodyStyle>
      <a:lvl1pPr marL="285750" marR="0" lvl="0" indent="-285750" algn="l" defTabSz="457200" rtl="0" fontAlgn="auto" hangingPunct="1">
        <a:lnSpc>
          <a:spcPct val="100000"/>
        </a:lnSpc>
        <a:spcBef>
          <a:spcPts val="600"/>
        </a:spcBef>
        <a:spcAft>
          <a:spcPts val="600"/>
        </a:spcAft>
        <a:buClr>
          <a:srgbClr val="83992A"/>
        </a:buClr>
        <a:buSzPct val="115000"/>
        <a:buFont typeface="Arial" panose="020B0604020202020204"/>
        <a:buChar char="•"/>
        <a:defRPr lang="en-US" sz="2400" b="0" i="0" u="none" strike="noStrike" kern="1200" cap="none" spc="0" baseline="0">
          <a:solidFill>
            <a:srgbClr val="262626"/>
          </a:solidFill>
          <a:uFillTx/>
          <a:latin typeface="Garamond"/>
        </a:defRPr>
      </a:lvl1pPr>
      <a:lvl2pPr marL="742950" marR="0" lvl="1" indent="-285750" algn="l" defTabSz="457200" rtl="0" fontAlgn="auto" hangingPunct="1">
        <a:lnSpc>
          <a:spcPct val="100000"/>
        </a:lnSpc>
        <a:spcBef>
          <a:spcPts val="500"/>
        </a:spcBef>
        <a:spcAft>
          <a:spcPts val="600"/>
        </a:spcAft>
        <a:buClr>
          <a:srgbClr val="83992A"/>
        </a:buClr>
        <a:buSzPct val="115000"/>
        <a:buFont typeface="Arial" panose="020B0604020202020204"/>
        <a:buChar char="•"/>
        <a:defRPr lang="en-US" sz="2000" b="0" i="0" u="none" strike="noStrike" kern="1200" cap="none" spc="0" baseline="0">
          <a:solidFill>
            <a:srgbClr val="262626"/>
          </a:solidFill>
          <a:uFillTx/>
          <a:latin typeface="Garamond"/>
        </a:defRPr>
      </a:lvl2pPr>
      <a:lvl3pPr marL="1200150" marR="0" lvl="2" indent="-285750" algn="l" defTabSz="457200" rtl="0" fontAlgn="auto" hangingPunct="1">
        <a:lnSpc>
          <a:spcPct val="100000"/>
        </a:lnSpc>
        <a:spcBef>
          <a:spcPts val="400"/>
        </a:spcBef>
        <a:spcAft>
          <a:spcPts val="600"/>
        </a:spcAft>
        <a:buClr>
          <a:srgbClr val="83992A"/>
        </a:buClr>
        <a:buSzPct val="115000"/>
        <a:buFont typeface="Arial" panose="020B0604020202020204"/>
        <a:buChar char="•"/>
        <a:defRPr lang="en-US" sz="1800" b="0" i="0" u="none" strike="noStrike" kern="1200" cap="none" spc="0" baseline="0">
          <a:solidFill>
            <a:srgbClr val="262626"/>
          </a:solidFill>
          <a:uFillTx/>
          <a:latin typeface="Garamond"/>
        </a:defRPr>
      </a:lvl3pPr>
      <a:lvl4pPr marL="1543050" marR="0" lvl="3" indent="-171450" algn="l" defTabSz="457200" rtl="0" fontAlgn="auto" hangingPunct="1">
        <a:lnSpc>
          <a:spcPct val="100000"/>
        </a:lnSpc>
        <a:spcBef>
          <a:spcPts val="400"/>
        </a:spcBef>
        <a:spcAft>
          <a:spcPts val="600"/>
        </a:spcAft>
        <a:buClr>
          <a:srgbClr val="83992A"/>
        </a:buClr>
        <a:buSzPct val="115000"/>
        <a:buFont typeface="Arial" panose="020B0604020202020204"/>
        <a:buChar char="•"/>
        <a:defRPr lang="en-US" sz="1600" b="0" i="0" u="none" strike="noStrike" kern="1200" cap="none" spc="0" baseline="0">
          <a:solidFill>
            <a:srgbClr val="262626"/>
          </a:solidFill>
          <a:uFillTx/>
          <a:latin typeface="Garamond"/>
        </a:defRPr>
      </a:lvl4pPr>
      <a:lvl5pPr marL="2000250" marR="0" lvl="4" indent="-171450" algn="l" defTabSz="457200" rtl="0" fontAlgn="auto" hangingPunct="1">
        <a:lnSpc>
          <a:spcPct val="100000"/>
        </a:lnSpc>
        <a:spcBef>
          <a:spcPts val="300"/>
        </a:spcBef>
        <a:spcAft>
          <a:spcPts val="600"/>
        </a:spcAft>
        <a:buClr>
          <a:srgbClr val="83992A"/>
        </a:buClr>
        <a:buSzPct val="115000"/>
        <a:buFont typeface="Arial" panose="020B0604020202020204"/>
        <a:buChar char="•"/>
        <a:defRPr lang="en-US" sz="1400" b="0" i="0" u="none" strike="noStrike" kern="1200" cap="none" spc="0" baseline="0">
          <a:solidFill>
            <a:srgbClr val="262626"/>
          </a:solidFill>
          <a:uFillTx/>
          <a:latin typeface="Garamond"/>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ctrTitle"/>
          </p:nvPr>
        </p:nvSpPr>
        <p:spPr/>
        <p:txBody>
          <a:bodyPr/>
          <a:lstStyle/>
          <a:p>
            <a:pPr lvl="0"/>
            <a:r>
              <a:rPr lang="en-US"/>
              <a:t>Welcome To Ram Technologies Bangalore</a:t>
            </a:r>
            <a:endParaRPr lang="en-IN"/>
          </a:p>
        </p:txBody>
      </p:sp>
      <p:sp>
        <p:nvSpPr>
          <p:cNvPr id="3" name="Subtitle 2"/>
          <p:cNvSpPr txBox="1">
            <a:spLocks noGrp="1"/>
          </p:cNvSpPr>
          <p:nvPr>
            <p:ph type="subTitle" idx="1"/>
          </p:nvPr>
        </p:nvSpPr>
        <p:spPr/>
        <p:txBody>
          <a:bodyPr/>
          <a:lstStyle/>
          <a:p>
            <a:pPr lvl="0"/>
            <a:r>
              <a:rPr lang="en-US"/>
              <a:t>Empowering the Next Generation of DevOps Engineers</a:t>
            </a:r>
            <a:endParaRPr lang="en-IN"/>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69700" y="6235700"/>
            <a:ext cx="406400" cy="406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2599"/>
    </mc:Choice>
    <mc:Fallback xmlns="">
      <p:transition spd="slow" advTm="125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12595" y="1207770"/>
            <a:ext cx="8798560" cy="4899025"/>
          </a:xfrm>
          <a:prstGeom prst="rect">
            <a:avLst/>
          </a:prstGeom>
          <a:solidFill>
            <a:srgbClr val="92D050"/>
          </a:solidFill>
          <a:ln cap="flat">
            <a:noFill/>
            <a:prstDash val="solid"/>
          </a:ln>
        </p:spPr>
        <p:txBody>
          <a:bodyPr vert="horz" wrap="square" lIns="91440" tIns="45720" rIns="91440" bIns="45720" anchor="t" anchorCtr="0" compatLnSpc="1">
            <a:noAutofit/>
          </a:bodyPr>
          <a:lstStyle/>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2400" b="1" i="0" u="none" strike="noStrike" kern="1200" cap="none" spc="0" baseline="0" dirty="0">
                <a:solidFill>
                  <a:srgbClr val="000000"/>
                </a:solidFill>
                <a:uFillTx/>
                <a:latin typeface="Garamond"/>
              </a:rPr>
              <a:t>Why I Teach?</a:t>
            </a:r>
          </a:p>
          <a:p>
            <a:pPr marL="0" marR="0" lvl="0" indent="0"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en-US" sz="2400" b="1"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anose="020B0604020202020204"/>
              <a:buChar char="•"/>
              <a:defRPr sz="1800" b="0" i="0" u="none" strike="noStrike" kern="0" cap="none" spc="0" baseline="0">
                <a:solidFill>
                  <a:srgbClr val="000000"/>
                </a:solidFill>
                <a:uFillTx/>
              </a:defRPr>
            </a:pPr>
            <a:r>
              <a:rPr lang="en-US" sz="2400" b="0" i="0" u="none" strike="noStrike" kern="1200" cap="none" spc="0" baseline="0" dirty="0">
                <a:solidFill>
                  <a:srgbClr val="000000"/>
                </a:solidFill>
                <a:uFillTx/>
                <a:latin typeface="Garamond"/>
              </a:rPr>
              <a:t>Passionate about </a:t>
            </a:r>
            <a:r>
              <a:rPr lang="en-US" sz="2400" b="1" i="0" u="none" strike="noStrike" kern="1200" cap="none" spc="0" baseline="0" dirty="0">
                <a:solidFill>
                  <a:srgbClr val="000000"/>
                </a:solidFill>
                <a:uFillTx/>
                <a:latin typeface="Garamond"/>
              </a:rPr>
              <a:t>knowledge sharing</a:t>
            </a:r>
            <a:endParaRPr lang="en-US"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anose="020B0604020202020204"/>
              <a:buChar char="•"/>
              <a:defRPr sz="1800" b="0" i="0" u="none" strike="noStrike" kern="0" cap="none" spc="0" baseline="0">
                <a:solidFill>
                  <a:srgbClr val="000000"/>
                </a:solidFill>
                <a:uFillTx/>
              </a:defRPr>
            </a:pPr>
            <a:r>
              <a:rPr lang="en-US" sz="2400" b="0" i="0" u="none" strike="noStrike" kern="1200" cap="none" spc="0" baseline="0" dirty="0">
                <a:solidFill>
                  <a:srgbClr val="000000"/>
                </a:solidFill>
                <a:uFillTx/>
                <a:latin typeface="Garamond"/>
              </a:rPr>
              <a:t>Realized the </a:t>
            </a:r>
            <a:r>
              <a:rPr lang="en-US" sz="2400" b="1" i="0" u="none" strike="noStrike" kern="1200" cap="none" spc="0" baseline="0" dirty="0">
                <a:solidFill>
                  <a:srgbClr val="000000"/>
                </a:solidFill>
                <a:uFillTx/>
                <a:latin typeface="Garamond"/>
              </a:rPr>
              <a:t>gap between theoretical and practical DevOps</a:t>
            </a:r>
            <a:endParaRPr lang="en-US"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anose="020B0604020202020204"/>
              <a:buChar char="•"/>
              <a:defRPr sz="1800" b="0" i="0" u="none" strike="noStrike" kern="0" cap="none" spc="0" baseline="0">
                <a:solidFill>
                  <a:srgbClr val="000000"/>
                </a:solidFill>
                <a:uFillTx/>
              </a:defRPr>
            </a:pPr>
            <a:r>
              <a:rPr lang="en-US" sz="2400" b="0" i="0" u="none" strike="noStrike" kern="1200" cap="none" spc="0" baseline="0" dirty="0">
                <a:solidFill>
                  <a:srgbClr val="000000"/>
                </a:solidFill>
                <a:uFillTx/>
                <a:latin typeface="Garamond"/>
              </a:rPr>
              <a:t>Aim to provide </a:t>
            </a:r>
            <a:r>
              <a:rPr lang="en-US" sz="2400" b="1" i="0" u="none" strike="noStrike" kern="1200" cap="none" spc="0" baseline="0" dirty="0">
                <a:solidFill>
                  <a:srgbClr val="000000"/>
                </a:solidFill>
                <a:uFillTx/>
                <a:latin typeface="Garamond"/>
              </a:rPr>
              <a:t>industry-relevant, hands-on training</a:t>
            </a:r>
            <a:endParaRPr lang="en-US"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anose="020B0604020202020204"/>
              <a:buChar char="•"/>
              <a:defRPr sz="1800" b="0" i="0" u="none" strike="noStrike" kern="0" cap="none" spc="0" baseline="0">
                <a:solidFill>
                  <a:srgbClr val="000000"/>
                </a:solidFill>
                <a:uFillTx/>
              </a:defRPr>
            </a:pPr>
            <a:r>
              <a:rPr lang="en-US" sz="2400" b="0" i="0" u="none" strike="noStrike" kern="1200" cap="none" spc="0" baseline="0" dirty="0">
                <a:solidFill>
                  <a:srgbClr val="000000"/>
                </a:solidFill>
                <a:uFillTx/>
                <a:latin typeface="Garamond"/>
              </a:rPr>
              <a:t>Want to </a:t>
            </a:r>
            <a:r>
              <a:rPr lang="en-US" sz="2400" b="1" i="0" u="none" strike="noStrike" kern="1200" cap="none" spc="0" baseline="0" dirty="0">
                <a:solidFill>
                  <a:srgbClr val="000000"/>
                </a:solidFill>
                <a:uFillTx/>
                <a:latin typeface="Garamond"/>
              </a:rPr>
              <a:t>mentor the next generation</a:t>
            </a:r>
            <a:r>
              <a:rPr lang="en-US" sz="2400" b="0" i="0" u="none" strike="noStrike" kern="1200" cap="none" spc="0" baseline="0" dirty="0">
                <a:solidFill>
                  <a:srgbClr val="000000"/>
                </a:solidFill>
                <a:uFillTx/>
                <a:latin typeface="Garamond"/>
              </a:rPr>
              <a:t> of DevOps professionals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0945" y="1579245"/>
            <a:ext cx="9808210" cy="3107690"/>
          </a:xfrm>
          <a:prstGeom prst="rect">
            <a:avLst/>
          </a:prstGeom>
          <a:solidFill>
            <a:srgbClr val="92D050"/>
          </a:solidFill>
          <a:ln cap="flat">
            <a:noFill/>
            <a:prstDash val="solid"/>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2800" b="1" i="0" u="none" strike="noStrike" kern="1200" cap="none" spc="0" baseline="0" dirty="0">
                <a:solidFill>
                  <a:srgbClr val="000000"/>
                </a:solidFill>
                <a:uFillTx/>
                <a:latin typeface="Garamond"/>
              </a:rPr>
              <a:t>What You Can Expect?</a:t>
            </a:r>
          </a:p>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en-US" sz="2800" b="1"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anose="020B0604020202020204"/>
              <a:buChar char="•"/>
              <a:defRPr sz="1800" b="0" i="0" u="none" strike="noStrike" kern="0" cap="none" spc="0" baseline="0">
                <a:solidFill>
                  <a:srgbClr val="000000"/>
                </a:solidFill>
                <a:uFillTx/>
              </a:defRPr>
            </a:pPr>
            <a:r>
              <a:rPr lang="en-US" sz="2800" b="1" i="0" u="none" strike="noStrike" kern="1200" cap="none" spc="0" baseline="0" dirty="0">
                <a:solidFill>
                  <a:srgbClr val="000000"/>
                </a:solidFill>
                <a:uFillTx/>
                <a:latin typeface="Garamond"/>
              </a:rPr>
              <a:t>Hands-on labs</a:t>
            </a:r>
            <a:r>
              <a:rPr lang="en-US" sz="2800" b="0" i="0" u="none" strike="noStrike" kern="1200" cap="none" spc="0" baseline="0" dirty="0">
                <a:solidFill>
                  <a:srgbClr val="000000"/>
                </a:solidFill>
                <a:uFillTx/>
                <a:latin typeface="Garamond"/>
              </a:rPr>
              <a:t> and real-world project scenarios</a:t>
            </a:r>
          </a:p>
          <a:p>
            <a:pPr marL="0" marR="0" lvl="0" indent="0" algn="l" defTabSz="457200" rtl="0" fontAlgn="auto" hangingPunct="1">
              <a:lnSpc>
                <a:spcPct val="100000"/>
              </a:lnSpc>
              <a:spcBef>
                <a:spcPts val="0"/>
              </a:spcBef>
              <a:spcAft>
                <a:spcPts val="0"/>
              </a:spcAft>
              <a:buSzPct val="100000"/>
              <a:buFont typeface="Arial" panose="020B0604020202020204"/>
              <a:buChar char="•"/>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Focus on </a:t>
            </a:r>
            <a:r>
              <a:rPr lang="en-US" sz="2800" b="1" i="0" u="none" strike="noStrike" kern="1200" cap="none" spc="0" baseline="0" dirty="0">
                <a:solidFill>
                  <a:srgbClr val="000000"/>
                </a:solidFill>
                <a:uFillTx/>
                <a:latin typeface="Garamond"/>
              </a:rPr>
              <a:t>core DevOps concepts + cloud-native tools</a:t>
            </a:r>
            <a:endParaRPr lang="en-US" sz="2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anose="020B0604020202020204"/>
              <a:buChar char="•"/>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Tips for </a:t>
            </a:r>
            <a:r>
              <a:rPr lang="en-US" sz="2800" b="1" i="0" u="none" strike="noStrike" kern="1200" cap="none" spc="0" baseline="0" dirty="0">
                <a:solidFill>
                  <a:srgbClr val="000000"/>
                </a:solidFill>
                <a:uFillTx/>
                <a:latin typeface="Garamond"/>
              </a:rPr>
              <a:t>certifications, interviews, and career growth</a:t>
            </a:r>
            <a:endParaRPr lang="en-US" sz="2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anose="020B0604020202020204"/>
              <a:buChar char="•"/>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Ongoing support, feedback, and mentorship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0305" y="836930"/>
            <a:ext cx="9908540" cy="5396230"/>
          </a:xfrm>
          <a:prstGeom prst="rect">
            <a:avLst/>
          </a:prstGeom>
          <a:blipFill>
            <a:blip r:embed="rId2"/>
            <a:tile sx="100000" sy="100000" algn="tl"/>
          </a:blipFill>
          <a:ln cap="flat">
            <a:noFill/>
            <a:prstDash val="solid"/>
          </a:ln>
        </p:spPr>
        <p:txBody>
          <a:bodyPr vert="horz" wrap="square" lIns="91440" tIns="45720" rIns="91440" bIns="45720" anchor="t" anchorCtr="0" compatLnSpc="1">
            <a:noAutofit/>
          </a:bodyPr>
          <a:lstStyle/>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Garamond"/>
              </a:rPr>
              <a:t>Market Trends &amp; Career Scope</a:t>
            </a:r>
            <a:endParaRPr lang="en-IN" sz="20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2400" b="0" i="0" u="none" strike="noStrike" kern="1200" cap="none" spc="0" baseline="0" dirty="0">
                <a:solidFill>
                  <a:srgbClr val="000000"/>
                </a:solidFill>
                <a:uFillTx/>
                <a:latin typeface="Garamond"/>
              </a:rPr>
              <a:t>DevOps is rapidly growing, with more companies adopting DevOps practices to accelerate software delivery. The demand for skilled DevOps engineers is high, and many companies are looking for professionals with expertise in tools like Docker, Kubernetes, Jenkins, and Terraform.</a:t>
            </a:r>
            <a:endParaRPr lang="en-IN" sz="20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Garamond"/>
              </a:rPr>
              <a:t>Trends:</a:t>
            </a:r>
            <a:endParaRPr lang="en-IN" sz="2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2400" b="0" i="0" u="none" strike="noStrike" kern="1200" cap="none" spc="0" baseline="0" dirty="0">
                <a:solidFill>
                  <a:srgbClr val="000000"/>
                </a:solidFill>
                <a:uFillTx/>
                <a:latin typeface="Garamond"/>
              </a:rPr>
              <a:t>Increased use of </a:t>
            </a:r>
            <a:r>
              <a:rPr lang="en-IN" sz="2400" b="1" i="0" u="none" strike="noStrike" kern="1200" cap="none" spc="0" baseline="0" dirty="0">
                <a:solidFill>
                  <a:srgbClr val="000000"/>
                </a:solidFill>
                <a:uFillTx/>
                <a:latin typeface="Garamond"/>
              </a:rPr>
              <a:t>Cloud Services</a:t>
            </a:r>
            <a:r>
              <a:rPr lang="en-IN" sz="2400" b="0" i="0" u="none" strike="noStrike" kern="1200" cap="none" spc="0" baseline="0" dirty="0">
                <a:solidFill>
                  <a:srgbClr val="000000"/>
                </a:solidFill>
                <a:uFillTx/>
                <a:latin typeface="Garamond"/>
              </a:rPr>
              <a:t> (AWS, Azure, GCP).</a:t>
            </a:r>
            <a:endParaRPr lang="en-IN" sz="2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2400" b="0" i="0" u="none" strike="noStrike" kern="1200" cap="none" spc="0" baseline="0" dirty="0">
                <a:solidFill>
                  <a:srgbClr val="000000"/>
                </a:solidFill>
                <a:uFillTx/>
                <a:latin typeface="Garamond"/>
              </a:rPr>
              <a:t>Rise of </a:t>
            </a:r>
            <a:r>
              <a:rPr lang="en-IN" sz="2400" b="1" i="0" u="none" strike="noStrike" kern="1200" cap="none" spc="0" baseline="0" dirty="0">
                <a:solidFill>
                  <a:srgbClr val="000000"/>
                </a:solidFill>
                <a:uFillTx/>
                <a:latin typeface="Garamond"/>
              </a:rPr>
              <a:t>Infrastructure as Code (</a:t>
            </a:r>
            <a:r>
              <a:rPr lang="en-IN" sz="2400" b="1" i="0" u="none" strike="noStrike" kern="1200" cap="none" spc="0" baseline="0" dirty="0" err="1">
                <a:solidFill>
                  <a:srgbClr val="000000"/>
                </a:solidFill>
                <a:uFillTx/>
                <a:latin typeface="Garamond"/>
              </a:rPr>
              <a:t>IaC</a:t>
            </a:r>
            <a:r>
              <a:rPr lang="en-IN" sz="2400" b="1" i="0" u="none" strike="noStrike" kern="1200" cap="none" spc="0" baseline="0" dirty="0">
                <a:solidFill>
                  <a:srgbClr val="000000"/>
                </a:solidFill>
                <a:uFillTx/>
                <a:latin typeface="Garamond"/>
              </a:rPr>
              <a:t>)</a:t>
            </a:r>
            <a:r>
              <a:rPr lang="en-IN" sz="2400" b="0" i="0" u="none" strike="noStrike" kern="1200" cap="none" spc="0" baseline="0" dirty="0">
                <a:solidFill>
                  <a:srgbClr val="000000"/>
                </a:solidFill>
                <a:uFillTx/>
                <a:latin typeface="Garamond"/>
              </a:rPr>
              <a:t> tools like Terraform and </a:t>
            </a:r>
            <a:r>
              <a:rPr lang="en-IN" sz="2400" b="0" i="0" u="none" strike="noStrike" kern="1200" cap="none" spc="0" baseline="0" dirty="0" err="1">
                <a:solidFill>
                  <a:srgbClr val="000000"/>
                </a:solidFill>
                <a:uFillTx/>
                <a:latin typeface="Garamond"/>
              </a:rPr>
              <a:t>Ansible</a:t>
            </a:r>
            <a:r>
              <a:rPr lang="en-IN" sz="2400" b="0" i="0" u="none" strike="noStrike" kern="1200" cap="none" spc="0" baseline="0" dirty="0">
                <a:solidFill>
                  <a:srgbClr val="000000"/>
                </a:solidFill>
                <a:uFillTx/>
                <a:latin typeface="Garamond"/>
              </a:rPr>
              <a:t>.</a:t>
            </a:r>
            <a:endParaRPr lang="en-IN" sz="2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2400" b="0" i="0" u="none" strike="noStrike" kern="1200" cap="none" spc="0" baseline="0" dirty="0">
                <a:solidFill>
                  <a:srgbClr val="000000"/>
                </a:solidFill>
                <a:uFillTx/>
                <a:latin typeface="Garamond"/>
              </a:rPr>
              <a:t>Growing focus on </a:t>
            </a:r>
            <a:r>
              <a:rPr lang="en-IN" sz="2400" b="1" i="0" u="none" strike="noStrike" kern="1200" cap="none" spc="0" baseline="0" dirty="0">
                <a:solidFill>
                  <a:srgbClr val="000000"/>
                </a:solidFill>
                <a:uFillTx/>
                <a:latin typeface="Garamond"/>
              </a:rPr>
              <a:t>Security (</a:t>
            </a:r>
            <a:r>
              <a:rPr lang="en-IN" sz="2400" b="1" i="0" u="none" strike="noStrike" kern="1200" cap="none" spc="0" baseline="0" dirty="0" err="1">
                <a:solidFill>
                  <a:srgbClr val="000000"/>
                </a:solidFill>
                <a:uFillTx/>
                <a:latin typeface="Garamond"/>
              </a:rPr>
              <a:t>DevSecOps</a:t>
            </a:r>
            <a:r>
              <a:rPr lang="en-IN" sz="2400" b="1" i="0" u="none" strike="noStrike" kern="1200" cap="none" spc="0" baseline="0" dirty="0">
                <a:solidFill>
                  <a:srgbClr val="000000"/>
                </a:solidFill>
                <a:uFillTx/>
                <a:latin typeface="Garamond"/>
              </a:rPr>
              <a:t>)</a:t>
            </a:r>
            <a:r>
              <a:rPr lang="en-IN" sz="2400" b="0" i="0" u="none" strike="noStrike" kern="1200" cap="none" spc="0" baseline="0" dirty="0">
                <a:solidFill>
                  <a:srgbClr val="000000"/>
                </a:solidFill>
                <a:uFillTx/>
                <a:latin typeface="Garamond"/>
              </a:rPr>
              <a:t>, integrating security practices into the CI/CD pipeline.</a:t>
            </a:r>
            <a:endParaRPr lang="en-IN" sz="2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2400" b="0" i="0" u="none" strike="noStrike" kern="1200" cap="none" spc="0" baseline="0" dirty="0">
                <a:solidFill>
                  <a:srgbClr val="000000"/>
                </a:solidFill>
                <a:uFillTx/>
                <a:latin typeface="Garamond"/>
              </a:rPr>
              <a:t>Expansion of </a:t>
            </a:r>
            <a:r>
              <a:rPr lang="en-IN" sz="2400" b="1" i="0" u="none" strike="noStrike" kern="1200" cap="none" spc="0" baseline="0" dirty="0">
                <a:solidFill>
                  <a:srgbClr val="000000"/>
                </a:solidFill>
                <a:uFillTx/>
                <a:latin typeface="Garamond"/>
              </a:rPr>
              <a:t>Automation</a:t>
            </a:r>
            <a:r>
              <a:rPr lang="en-IN" sz="2400" b="0" i="0" u="none" strike="noStrike" kern="1200" cap="none" spc="0" baseline="0" dirty="0">
                <a:solidFill>
                  <a:srgbClr val="000000"/>
                </a:solidFill>
                <a:uFillTx/>
                <a:latin typeface="Garamond"/>
              </a:rPr>
              <a:t> to improve efficiency.</a:t>
            </a:r>
            <a:endParaRPr lang="en-IN" sz="2000" b="0" i="0" u="none" strike="noStrike" kern="1200" cap="none" spc="0" baseline="0" dirty="0">
              <a:solidFill>
                <a:srgbClr val="000000"/>
              </a:solidFill>
              <a:uFillTx/>
              <a:latin typeface="Garamon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Rectangle 1"/>
          <p:cNvSpPr/>
          <p:nvPr/>
        </p:nvSpPr>
        <p:spPr>
          <a:xfrm>
            <a:off x="1297940" y="1002665"/>
            <a:ext cx="9478010" cy="5042535"/>
          </a:xfrm>
          <a:prstGeom prst="rect">
            <a:avLst/>
          </a:prstGeom>
          <a:noFill/>
          <a:ln w="9528" cap="flat">
            <a:solidFill>
              <a:srgbClr val="FFC000"/>
            </a:solidFill>
            <a:prstDash val="solid"/>
            <a:miter/>
          </a:ln>
        </p:spPr>
        <p:txBody>
          <a:bodyPr vert="horz" wrap="square" lIns="91440" tIns="45720" rIns="91440" bIns="45720" anchor="t" anchorCtr="0" compatLnSpc="1">
            <a:noAutofit/>
          </a:bodyPr>
          <a:lstStyle/>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4400" b="1" i="0" u="none" strike="noStrike" kern="1200" cap="none" spc="0" baseline="0" dirty="0">
                <a:solidFill>
                  <a:srgbClr val="000000"/>
                </a:solidFill>
                <a:uFillTx/>
                <a:latin typeface="Garamond"/>
              </a:rPr>
              <a:t>Career Scope:</a:t>
            </a:r>
            <a:endParaRPr lang="en-IN" sz="4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4400" b="0" i="0" u="none" strike="noStrike" kern="1200" cap="none" spc="0" baseline="0" dirty="0">
                <a:solidFill>
                  <a:srgbClr val="000000"/>
                </a:solidFill>
                <a:uFillTx/>
                <a:latin typeface="Garamond"/>
              </a:rPr>
              <a:t>DevOps Engineer</a:t>
            </a:r>
            <a:endParaRPr lang="en-IN" sz="4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4400" b="0" i="0" u="none" strike="noStrike" kern="1200" cap="none" spc="0" baseline="0" dirty="0">
                <a:solidFill>
                  <a:srgbClr val="000000"/>
                </a:solidFill>
                <a:uFillTx/>
                <a:latin typeface="Garamond"/>
              </a:rPr>
              <a:t>Site Reliability Engineer (SRE)</a:t>
            </a:r>
            <a:endParaRPr lang="en-IN" sz="4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4400" b="0" i="0" u="none" strike="noStrike" kern="1200" cap="none" spc="0" baseline="0" dirty="0">
                <a:solidFill>
                  <a:srgbClr val="000000"/>
                </a:solidFill>
                <a:uFillTx/>
                <a:latin typeface="Garamond"/>
              </a:rPr>
              <a:t>Cloud Engineer</a:t>
            </a:r>
            <a:endParaRPr lang="en-IN" sz="4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4400" b="0" i="0" u="none" strike="noStrike" kern="1200" cap="none" spc="0" baseline="0" dirty="0">
                <a:solidFill>
                  <a:srgbClr val="000000"/>
                </a:solidFill>
                <a:uFillTx/>
                <a:latin typeface="Garamond"/>
              </a:rPr>
              <a:t>Automation Engineer</a:t>
            </a:r>
            <a:endParaRPr lang="en-IN" sz="4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4400" b="0" i="0" u="none" strike="noStrike" kern="1200" cap="none" spc="0" baseline="0" dirty="0">
                <a:solidFill>
                  <a:srgbClr val="000000"/>
                </a:solidFill>
                <a:uFillTx/>
                <a:latin typeface="Garamond"/>
              </a:rPr>
              <a:t>Release Manager</a:t>
            </a:r>
          </a:p>
          <a:p>
            <a:pPr marL="457200" marR="0" lvl="1"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4400" b="0" i="0" u="none" strike="noStrike" kern="1200" cap="none" spc="0" baseline="0" dirty="0">
                <a:solidFill>
                  <a:srgbClr val="000000"/>
                </a:solidFill>
                <a:uFillTx/>
                <a:latin typeface="Garamond"/>
              </a:rPr>
              <a:t>DevSecOps Engineer</a:t>
            </a:r>
          </a:p>
          <a:p>
            <a:pPr marL="457200" marR="0" lvl="1"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en-IN" sz="1600" b="0" i="0" u="none" strike="noStrike" kern="1200" cap="none" spc="0" baseline="0" dirty="0">
              <a:solidFill>
                <a:srgbClr val="000000"/>
              </a:solidFill>
              <a:uFillTx/>
              <a:latin typeface="Garamo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p:nvPr/>
        </p:nvSpPr>
        <p:spPr>
          <a:xfrm>
            <a:off x="904570" y="875071"/>
            <a:ext cx="10592208" cy="4893647"/>
          </a:xfrm>
          <a:prstGeom prst="rect">
            <a:avLst/>
          </a:prstGeom>
          <a:blipFill>
            <a:blip r:embed="rId2"/>
            <a:tile sx="100000" sy="100000" algn="tl"/>
          </a:blipFill>
          <a:ln cap="flat">
            <a:noFill/>
            <a:prstDash val="solid"/>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3200" b="1" i="0" u="none" strike="noStrike" kern="1200" cap="none" spc="0" baseline="0" dirty="0">
                <a:solidFill>
                  <a:srgbClr val="000000"/>
                </a:solidFill>
                <a:uFillTx/>
                <a:latin typeface="Garamond"/>
              </a:rPr>
              <a:t>Software Development Life Cycle (SDLC)</a:t>
            </a:r>
            <a:br>
              <a:rPr lang="en-IN" sz="3200" b="1" i="0" u="none" strike="noStrike" kern="1200" cap="none" spc="0" baseline="0" dirty="0">
                <a:solidFill>
                  <a:srgbClr val="000000"/>
                </a:solidFill>
                <a:uFillTx/>
                <a:latin typeface="Garamond"/>
              </a:rPr>
            </a:br>
            <a:br>
              <a:rPr lang="en-IN" sz="3200" b="1" i="0" u="none" strike="noStrike" kern="1200" cap="none" spc="0" baseline="0" dirty="0">
                <a:solidFill>
                  <a:srgbClr val="000000"/>
                </a:solidFill>
                <a:uFillTx/>
                <a:latin typeface="Garamond"/>
              </a:rPr>
            </a:br>
            <a:br>
              <a:rPr lang="en-IN" sz="3200" b="1" i="0" u="none" strike="noStrike" kern="1200" cap="none" spc="0" baseline="0" dirty="0">
                <a:solidFill>
                  <a:srgbClr val="000000"/>
                </a:solidFill>
                <a:uFillTx/>
                <a:latin typeface="Garamond"/>
              </a:rPr>
            </a:br>
            <a:r>
              <a:rPr lang="en-IN" sz="2400" b="0" i="0" u="none" strike="noStrike" kern="1200" cap="none" spc="0" baseline="0" dirty="0">
                <a:solidFill>
                  <a:srgbClr val="000000"/>
                </a:solidFill>
                <a:uFillTx/>
                <a:latin typeface="Garamond"/>
              </a:rPr>
              <a:t>The Software Development Life Cycle (SDLC) is a structured process that defines the stages involved in the development of software.</a:t>
            </a:r>
          </a:p>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en-US"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2400" b="0" i="0" u="none" strike="noStrike" kern="1200" cap="none" spc="0" baseline="0" dirty="0">
                <a:solidFill>
                  <a:srgbClr val="000000"/>
                </a:solidFill>
                <a:uFillTx/>
                <a:latin typeface="Garamond"/>
              </a:rPr>
              <a:t>SDLC Models:</a:t>
            </a:r>
          </a:p>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en-US"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Garamond"/>
              </a:rPr>
              <a:t>1.Waterfall Model</a:t>
            </a:r>
          </a:p>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2400" b="1" dirty="0">
                <a:solidFill>
                  <a:srgbClr val="000000"/>
                </a:solidFill>
                <a:latin typeface="Garamond"/>
              </a:rPr>
              <a:t>2.Agile</a:t>
            </a:r>
          </a:p>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2400" b="1" i="0" u="none" strike="noStrike" kern="1200" cap="none" spc="0" baseline="0" dirty="0">
                <a:solidFill>
                  <a:srgbClr val="000000"/>
                </a:solidFill>
                <a:uFillTx/>
                <a:latin typeface="Garamond"/>
              </a:rPr>
              <a:t>3.DevOps</a:t>
            </a:r>
            <a:endParaRPr lang="en-IN"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en-IN" sz="2400" b="0" i="0" u="none" strike="noStrike" kern="1200" cap="none" spc="0" baseline="0" dirty="0">
              <a:solidFill>
                <a:srgbClr val="000000"/>
              </a:solidFill>
              <a:uFillTx/>
              <a:latin typeface="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94516" y="475835"/>
            <a:ext cx="11202963" cy="5906319"/>
          </a:xfrm>
          <a:prstGeom prst="rect">
            <a:avLst/>
          </a:prstGeom>
          <a:noFill/>
          <a:ln cap="flat">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p:cNvPicPr>
          <p:nvPr/>
        </p:nvPicPr>
        <p:blipFill>
          <a:blip r:embed="rId2"/>
          <a:stretch>
            <a:fillRect/>
          </a:stretch>
        </p:blipFill>
        <p:spPr>
          <a:xfrm>
            <a:off x="-2291934" y="-676848"/>
            <a:ext cx="14635319" cy="7626288"/>
          </a:xfrm>
          <a:prstGeom prst="rect">
            <a:avLst/>
          </a:prstGeom>
          <a:noFill/>
          <a:ln cap="flat">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56006" y="-981690"/>
            <a:ext cx="15444570" cy="8821381"/>
          </a:xfrm>
          <a:prstGeom prst="rect">
            <a:avLst/>
          </a:prstGeom>
          <a:noFill/>
          <a:ln cap="flat">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flipH="1">
            <a:off x="11361740" y="1337191"/>
            <a:ext cx="142006" cy="172574"/>
          </a:xfrm>
          <a:prstGeom prst="rect">
            <a:avLst/>
          </a:prstGeom>
          <a:solidFill>
            <a:srgbClr val="FFFFFF"/>
          </a:solidFill>
          <a:ln w="15873" cap="flat">
            <a:solidFill>
              <a:srgbClr val="000000"/>
            </a:solidFill>
            <a:prstDash val="solid"/>
            <a:miter/>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Garamond"/>
            </a:endParaRPr>
          </a:p>
        </p:txBody>
      </p:sp>
      <p:sp>
        <p:nvSpPr>
          <p:cNvPr id="3" name="Rectangle 2"/>
          <p:cNvSpPr/>
          <p:nvPr/>
        </p:nvSpPr>
        <p:spPr>
          <a:xfrm>
            <a:off x="3047996" y="1582341"/>
            <a:ext cx="6096003" cy="3693316"/>
          </a:xfrm>
          <a:prstGeom prst="rect">
            <a:avLst/>
          </a:prstGeom>
          <a:solidFill>
            <a:srgbClr val="92D050"/>
          </a:solidFill>
          <a:ln cap="flat">
            <a:noFill/>
            <a:prstDash val="solid"/>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1800" b="1" i="0" u="none" strike="noStrike" kern="1200" cap="none" spc="0" baseline="0">
                <a:solidFill>
                  <a:srgbClr val="000000"/>
                </a:solidFill>
                <a:uFillTx/>
                <a:latin typeface="Garamond"/>
              </a:rPr>
              <a:t>What is DevOps?</a:t>
            </a:r>
            <a:endParaRPr lang="en-IN" sz="1800" b="0" i="0" u="none" strike="noStrike" kern="1200" cap="none" spc="0" baseline="0">
              <a:solidFill>
                <a:srgbClr val="000000"/>
              </a:solidFill>
              <a:uFillTx/>
              <a:latin typeface="Garamond"/>
            </a:endParaRPr>
          </a:p>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Garamond"/>
              </a:rPr>
              <a:t>DevOps is a culture and set of practices that bring together software development (Dev) and IT operations (Ops) teams to collaborate throughout the software development lifecycle. The goal is to shorten development cycles, increase deployment frequency, and improve software quality.</a:t>
            </a:r>
          </a:p>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Garamond"/>
            </a:endParaRPr>
          </a:p>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Garamond"/>
            </a:endParaRPr>
          </a:p>
          <a:p>
            <a:pPr marL="0" marR="0" lvl="0" indent="0" algn="l"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Garamond"/>
              </a:rPr>
              <a:t>Example: In DevOps, developers and operations teams work together on the same goals, using automation to streamline repetitive tasks like code deployment, configuration management, and testing.</a:t>
            </a:r>
          </a:p>
        </p:txBody>
      </p:sp>
      <p:pic>
        <p:nvPicPr>
          <p:cNvPr id="4" name="Picture 3"/>
          <p:cNvPicPr>
            <a:picLocks noChangeAspect="1"/>
          </p:cNvPicPr>
          <p:nvPr/>
        </p:nvPicPr>
        <p:blipFill>
          <a:blip r:embed="rId2"/>
          <a:stretch>
            <a:fillRect/>
          </a:stretch>
        </p:blipFill>
        <p:spPr>
          <a:xfrm>
            <a:off x="-2020434" y="-1214376"/>
            <a:ext cx="16232867" cy="8973802"/>
          </a:xfrm>
          <a:prstGeom prst="rect">
            <a:avLst/>
          </a:prstGeom>
          <a:noFill/>
          <a:ln cap="flat">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25221" y="-838797"/>
            <a:ext cx="16442448" cy="8535594"/>
          </a:xfrm>
          <a:prstGeom prst="rect">
            <a:avLst/>
          </a:prstGeom>
          <a:noFill/>
          <a:ln cap="flat">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86908" y="-910239"/>
            <a:ext cx="14765813" cy="8678488"/>
          </a:xfrm>
          <a:prstGeom prst="rect">
            <a:avLst/>
          </a:prstGeom>
          <a:noFill/>
          <a:ln cap="flat">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403933" y="2967337"/>
            <a:ext cx="3384130" cy="923333"/>
          </a:xfrm>
          <a:prstGeom prst="rect">
            <a:avLst/>
          </a:prstGeom>
          <a:solidFill>
            <a:srgbClr val="92D050"/>
          </a:solidFill>
          <a:ln cap="flat">
            <a:noFill/>
            <a:prstDash val="solid"/>
          </a:ln>
        </p:spPr>
        <p:txBody>
          <a:bodyPr vert="horz" wrap="non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defRPr sz="1800" b="0" i="0" u="none" strike="noStrike" kern="0" cap="none" spc="0" baseline="0">
                <a:solidFill>
                  <a:srgbClr val="000000"/>
                </a:solidFill>
                <a:uFillTx/>
              </a:defRPr>
            </a:pPr>
            <a:r>
              <a:rPr lang="en-US" sz="5400" b="0" i="0" u="none" strike="noStrike" kern="1200" cap="none" spc="0" baseline="0">
                <a:solidFill>
                  <a:srgbClr val="000000"/>
                </a:solidFill>
                <a:effectLst>
                  <a:outerShdw dist="19048" dir="2700000">
                    <a:srgbClr val="000000"/>
                  </a:outerShdw>
                </a:effectLst>
                <a:uFillTx/>
                <a:latin typeface="Garamond"/>
              </a:rPr>
              <a:t>Thankyou!!</a:t>
            </a:r>
          </a:p>
        </p:txBody>
      </p:sp>
    </p:spTree>
  </p:cSld>
  <p:clrMapOvr>
    <a:masterClrMapping/>
  </p:clrMapOvr>
</p:sld>
</file>

<file path=ppt/theme/theme1.xml><?xml version="1.0" encoding="utf-8"?>
<a:theme xmlns:a="http://schemas.openxmlformats.org/drawingml/2006/main" name="Organi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2189</TotalTime>
  <Words>333</Words>
  <Application>Microsoft Office PowerPoint</Application>
  <PresentationFormat>Widescreen</PresentationFormat>
  <Paragraphs>41</Paragraphs>
  <Slides>13</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Garamond</vt:lpstr>
      <vt:lpstr>Organic</vt:lpstr>
      <vt:lpstr>Welcome To Ram Technologies Bangalore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Ram Technologies Bangalore</dc:title>
  <dc:creator>Ramanjaneyulu Bussa</dc:creator>
  <cp:lastModifiedBy>bussar1987@gmail.com</cp:lastModifiedBy>
  <cp:revision>16</cp:revision>
  <dcterms:created xsi:type="dcterms:W3CDTF">2025-07-02T20:35:00Z</dcterms:created>
  <dcterms:modified xsi:type="dcterms:W3CDTF">2026-07-06T00:31:25Z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30FD8751D33A4BE3B288CEA8DA3FBCA5_12</vt:lpwstr>
  </property>
  <property fmtid="{D5CDD505-2E9C-101B-9397-08002B2CF9AE}" pid="3" name="KSOProductBuildVer">
    <vt:lpwstr>1033-12.1.0.26880</vt:lpwstr>
  </property>
</Properties>
</file>